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22"/>
  </p:notesMasterIdLst>
  <p:handoutMasterIdLst>
    <p:handoutMasterId r:id="rId23"/>
  </p:handoutMasterIdLst>
  <p:sldIdLst>
    <p:sldId id="256" r:id="rId5"/>
    <p:sldId id="293" r:id="rId6"/>
    <p:sldId id="268" r:id="rId7"/>
    <p:sldId id="285" r:id="rId8"/>
    <p:sldId id="301" r:id="rId9"/>
    <p:sldId id="302" r:id="rId10"/>
    <p:sldId id="297" r:id="rId11"/>
    <p:sldId id="311" r:id="rId12"/>
    <p:sldId id="304" r:id="rId13"/>
    <p:sldId id="303" r:id="rId14"/>
    <p:sldId id="305" r:id="rId15"/>
    <p:sldId id="306" r:id="rId16"/>
    <p:sldId id="307" r:id="rId17"/>
    <p:sldId id="308" r:id="rId18"/>
    <p:sldId id="310" r:id="rId19"/>
    <p:sldId id="299" r:id="rId20"/>
    <p:sldId id="28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8842F9-9D3A-6EC9-D0A2-CA17FB5FF5E4}" v="6" dt="2024-11-28T12:52:37.144"/>
    <p1510:client id="{60BF7A06-2B28-B4FC-76B5-597C55A9E9F6}" v="61" dt="2024-11-28T13:16:18.918"/>
    <p1510:client id="{7160D051-8817-402E-00EE-5BD45654A498}" v="152" dt="2024-11-28T15:23:52.580"/>
    <p1510:client id="{7DAE7156-6F64-4FEA-BB80-6E1F324D7CAE}" v="5" dt="2024-11-28T14:58:47.839"/>
    <p1510:client id="{B3043820-3009-3FB4-D65F-88A429DED20B}" v="49" dt="2024-11-27T17:35:34.862"/>
    <p1510:client id="{BBA5E3EF-520D-B783-F9CE-208CC3F68FA6}" v="18" dt="2024-11-28T17:31:37.489"/>
    <p1510:client id="{D8CC7B68-ECAE-2423-84A3-D989350A60FB}" v="430" dt="2024-11-28T15:00:33.363"/>
    <p1510:client id="{E0C95205-0C55-5E49-55A2-14F16512C0F6}" v="111" dt="2024-11-28T14:51:25.325"/>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esh, Sana" userId="S::ss2033@hw.ac.uk::c6571358-c60c-4e32-bfbd-bf7feb2a0067" providerId="AD" clId="Web-{D8CC7B68-ECAE-2423-84A3-D989350A60FB}"/>
    <pc:docChg chg="addSld delSld modSld sldOrd">
      <pc:chgData name="Sajesh, Sana" userId="S::ss2033@hw.ac.uk::c6571358-c60c-4e32-bfbd-bf7feb2a0067" providerId="AD" clId="Web-{D8CC7B68-ECAE-2423-84A3-D989350A60FB}" dt="2024-11-28T15:00:33.363" v="284" actId="20577"/>
      <pc:docMkLst>
        <pc:docMk/>
      </pc:docMkLst>
      <pc:sldChg chg="modSp">
        <pc:chgData name="Sajesh, Sana" userId="S::ss2033@hw.ac.uk::c6571358-c60c-4e32-bfbd-bf7feb2a0067" providerId="AD" clId="Web-{D8CC7B68-ECAE-2423-84A3-D989350A60FB}" dt="2024-11-28T14:09:12.450" v="36" actId="20577"/>
        <pc:sldMkLst>
          <pc:docMk/>
          <pc:sldMk cId="1039759085" sldId="256"/>
        </pc:sldMkLst>
        <pc:spChg chg="mod">
          <ac:chgData name="Sajesh, Sana" userId="S::ss2033@hw.ac.uk::c6571358-c60c-4e32-bfbd-bf7feb2a0067" providerId="AD" clId="Web-{D8CC7B68-ECAE-2423-84A3-D989350A60FB}" dt="2024-11-28T14:09:12.450" v="36" actId="20577"/>
          <ac:spMkLst>
            <pc:docMk/>
            <pc:sldMk cId="1039759085" sldId="256"/>
            <ac:spMk id="8" creationId="{479F0267-9D1C-BDA9-A152-B01CD379FC92}"/>
          </ac:spMkLst>
        </pc:spChg>
      </pc:sldChg>
      <pc:sldChg chg="modSp">
        <pc:chgData name="Sajesh, Sana" userId="S::ss2033@hw.ac.uk::c6571358-c60c-4e32-bfbd-bf7feb2a0067" providerId="AD" clId="Web-{D8CC7B68-ECAE-2423-84A3-D989350A60FB}" dt="2024-11-28T14:10:23.780" v="45" actId="20577"/>
        <pc:sldMkLst>
          <pc:docMk/>
          <pc:sldMk cId="4259977132" sldId="268"/>
        </pc:sldMkLst>
        <pc:spChg chg="mod">
          <ac:chgData name="Sajesh, Sana" userId="S::ss2033@hw.ac.uk::c6571358-c60c-4e32-bfbd-bf7feb2a0067" providerId="AD" clId="Web-{D8CC7B68-ECAE-2423-84A3-D989350A60FB}" dt="2024-11-28T14:10:23.780" v="45" actId="20577"/>
          <ac:spMkLst>
            <pc:docMk/>
            <pc:sldMk cId="4259977132" sldId="268"/>
            <ac:spMk id="30" creationId="{6A93E959-E68D-08C8-9C1E-5A318B3EF272}"/>
          </ac:spMkLst>
        </pc:spChg>
      </pc:sldChg>
      <pc:sldChg chg="addSp modSp add del">
        <pc:chgData name="Sajesh, Sana" userId="S::ss2033@hw.ac.uk::c6571358-c60c-4e32-bfbd-bf7feb2a0067" providerId="AD" clId="Web-{D8CC7B68-ECAE-2423-84A3-D989350A60FB}" dt="2024-11-28T14:25:57.009" v="261"/>
        <pc:sldMkLst>
          <pc:docMk/>
          <pc:sldMk cId="2104705233" sldId="301"/>
        </pc:sldMkLst>
        <pc:picChg chg="add mod">
          <ac:chgData name="Sajesh, Sana" userId="S::ss2033@hw.ac.uk::c6571358-c60c-4e32-bfbd-bf7feb2a0067" providerId="AD" clId="Web-{D8CC7B68-ECAE-2423-84A3-D989350A60FB}" dt="2024-11-28T14:25:57.009" v="261"/>
          <ac:picMkLst>
            <pc:docMk/>
            <pc:sldMk cId="2104705233" sldId="301"/>
            <ac:picMk id="3" creationId="{670B5BDE-DF22-D30E-6C72-4A46831BF229}"/>
          </ac:picMkLst>
        </pc:picChg>
      </pc:sldChg>
      <pc:sldChg chg="addSp delSp modSp ord">
        <pc:chgData name="Sajesh, Sana" userId="S::ss2033@hw.ac.uk::c6571358-c60c-4e32-bfbd-bf7feb2a0067" providerId="AD" clId="Web-{D8CC7B68-ECAE-2423-84A3-D989350A60FB}" dt="2024-11-28T14:27:07.026" v="263"/>
        <pc:sldMkLst>
          <pc:docMk/>
          <pc:sldMk cId="809569253" sldId="302"/>
        </pc:sldMkLst>
        <pc:picChg chg="add del mod">
          <ac:chgData name="Sajesh, Sana" userId="S::ss2033@hw.ac.uk::c6571358-c60c-4e32-bfbd-bf7feb2a0067" providerId="AD" clId="Web-{D8CC7B68-ECAE-2423-84A3-D989350A60FB}" dt="2024-11-28T14:25:48.462" v="259"/>
          <ac:picMkLst>
            <pc:docMk/>
            <pc:sldMk cId="809569253" sldId="302"/>
            <ac:picMk id="3" creationId="{76BC6C82-3999-1312-8531-EA09E985800C}"/>
          </ac:picMkLst>
        </pc:picChg>
      </pc:sldChg>
      <pc:sldChg chg="modSp">
        <pc:chgData name="Sajesh, Sana" userId="S::ss2033@hw.ac.uk::c6571358-c60c-4e32-bfbd-bf7feb2a0067" providerId="AD" clId="Web-{D8CC7B68-ECAE-2423-84A3-D989350A60FB}" dt="2024-11-28T14:23:00.582" v="253" actId="1076"/>
        <pc:sldMkLst>
          <pc:docMk/>
          <pc:sldMk cId="908952950" sldId="303"/>
        </pc:sldMkLst>
        <pc:picChg chg="mod">
          <ac:chgData name="Sajesh, Sana" userId="S::ss2033@hw.ac.uk::c6571358-c60c-4e32-bfbd-bf7feb2a0067" providerId="AD" clId="Web-{D8CC7B68-ECAE-2423-84A3-D989350A60FB}" dt="2024-11-28T14:23:00.582" v="253" actId="1076"/>
          <ac:picMkLst>
            <pc:docMk/>
            <pc:sldMk cId="908952950" sldId="303"/>
            <ac:picMk id="8" creationId="{B4909666-D202-1737-AB2A-882B4E343CEF}"/>
          </ac:picMkLst>
        </pc:picChg>
      </pc:sldChg>
      <pc:sldChg chg="modSp">
        <pc:chgData name="Sajesh, Sana" userId="S::ss2033@hw.ac.uk::c6571358-c60c-4e32-bfbd-bf7feb2a0067" providerId="AD" clId="Web-{D8CC7B68-ECAE-2423-84A3-D989350A60FB}" dt="2024-11-28T15:00:33.363" v="284" actId="20577"/>
        <pc:sldMkLst>
          <pc:docMk/>
          <pc:sldMk cId="3561694642" sldId="305"/>
        </pc:sldMkLst>
        <pc:spChg chg="mod">
          <ac:chgData name="Sajesh, Sana" userId="S::ss2033@hw.ac.uk::c6571358-c60c-4e32-bfbd-bf7feb2a0067" providerId="AD" clId="Web-{D8CC7B68-ECAE-2423-84A3-D989350A60FB}" dt="2024-11-28T15:00:33.363" v="284" actId="20577"/>
          <ac:spMkLst>
            <pc:docMk/>
            <pc:sldMk cId="3561694642" sldId="305"/>
            <ac:spMk id="3" creationId="{CE6B662E-5EA3-C1EF-856D-791D05BA4B1C}"/>
          </ac:spMkLst>
        </pc:spChg>
      </pc:sldChg>
      <pc:sldChg chg="modSp">
        <pc:chgData name="Sajesh, Sana" userId="S::ss2033@hw.ac.uk::c6571358-c60c-4e32-bfbd-bf7feb2a0067" providerId="AD" clId="Web-{D8CC7B68-ECAE-2423-84A3-D989350A60FB}" dt="2024-11-28T14:37:31.356" v="268" actId="20577"/>
        <pc:sldMkLst>
          <pc:docMk/>
          <pc:sldMk cId="164964990" sldId="306"/>
        </pc:sldMkLst>
        <pc:spChg chg="mod">
          <ac:chgData name="Sajesh, Sana" userId="S::ss2033@hw.ac.uk::c6571358-c60c-4e32-bfbd-bf7feb2a0067" providerId="AD" clId="Web-{D8CC7B68-ECAE-2423-84A3-D989350A60FB}" dt="2024-11-28T14:37:31.356" v="268" actId="20577"/>
          <ac:spMkLst>
            <pc:docMk/>
            <pc:sldMk cId="164964990" sldId="306"/>
            <ac:spMk id="3" creationId="{11D8503C-A748-6A48-0DB9-6E5EDC8BB4B2}"/>
          </ac:spMkLst>
        </pc:spChg>
      </pc:sldChg>
      <pc:sldChg chg="addSp delSp modSp new">
        <pc:chgData name="Sajesh, Sana" userId="S::ss2033@hw.ac.uk::c6571358-c60c-4e32-bfbd-bf7feb2a0067" providerId="AD" clId="Web-{D8CC7B68-ECAE-2423-84A3-D989350A60FB}" dt="2024-11-28T14:20:02.733" v="250" actId="1076"/>
        <pc:sldMkLst>
          <pc:docMk/>
          <pc:sldMk cId="3202566392" sldId="311"/>
        </pc:sldMkLst>
        <pc:spChg chg="mod">
          <ac:chgData name="Sajesh, Sana" userId="S::ss2033@hw.ac.uk::c6571358-c60c-4e32-bfbd-bf7feb2a0067" providerId="AD" clId="Web-{D8CC7B68-ECAE-2423-84A3-D989350A60FB}" dt="2024-11-28T14:10:07.936" v="44" actId="20577"/>
          <ac:spMkLst>
            <pc:docMk/>
            <pc:sldMk cId="3202566392" sldId="311"/>
            <ac:spMk id="2" creationId="{821C81AD-788E-F33F-DDD3-794C1555C99D}"/>
          </ac:spMkLst>
        </pc:spChg>
        <pc:spChg chg="del">
          <ac:chgData name="Sajesh, Sana" userId="S::ss2033@hw.ac.uk::c6571358-c60c-4e32-bfbd-bf7feb2a0067" providerId="AD" clId="Web-{D8CC7B68-ECAE-2423-84A3-D989350A60FB}" dt="2024-11-28T14:12:00.126" v="46"/>
          <ac:spMkLst>
            <pc:docMk/>
            <pc:sldMk cId="3202566392" sldId="311"/>
            <ac:spMk id="3" creationId="{60133315-23BA-CFDC-F69E-99DCD298DF82}"/>
          </ac:spMkLst>
        </pc:spChg>
        <pc:spChg chg="del mod">
          <ac:chgData name="Sajesh, Sana" userId="S::ss2033@hw.ac.uk::c6571358-c60c-4e32-bfbd-bf7feb2a0067" providerId="AD" clId="Web-{D8CC7B68-ECAE-2423-84A3-D989350A60FB}" dt="2024-11-28T14:13:04.862" v="59"/>
          <ac:spMkLst>
            <pc:docMk/>
            <pc:sldMk cId="3202566392" sldId="311"/>
            <ac:spMk id="4" creationId="{68F89605-4D34-6CAF-4E71-171917960B88}"/>
          </ac:spMkLst>
        </pc:spChg>
        <pc:spChg chg="add del mod">
          <ac:chgData name="Sajesh, Sana" userId="S::ss2033@hw.ac.uk::c6571358-c60c-4e32-bfbd-bf7feb2a0067" providerId="AD" clId="Web-{D8CC7B68-ECAE-2423-84A3-D989350A60FB}" dt="2024-11-28T14:18:19.184" v="228"/>
          <ac:spMkLst>
            <pc:docMk/>
            <pc:sldMk cId="3202566392" sldId="311"/>
            <ac:spMk id="6" creationId="{3BB828CF-4F33-CC07-EF6C-6B12607560BA}"/>
          </ac:spMkLst>
        </pc:spChg>
        <pc:spChg chg="add mod">
          <ac:chgData name="Sajesh, Sana" userId="S::ss2033@hw.ac.uk::c6571358-c60c-4e32-bfbd-bf7feb2a0067" providerId="AD" clId="Web-{D8CC7B68-ECAE-2423-84A3-D989350A60FB}" dt="2024-11-28T14:20:02.733" v="250" actId="1076"/>
          <ac:spMkLst>
            <pc:docMk/>
            <pc:sldMk cId="3202566392" sldId="311"/>
            <ac:spMk id="8" creationId="{AA4942BE-9C1D-F963-5FAB-44F744EB2126}"/>
          </ac:spMkLst>
        </pc:spChg>
        <pc:picChg chg="add mod ord modCrop">
          <ac:chgData name="Sajesh, Sana" userId="S::ss2033@hw.ac.uk::c6571358-c60c-4e32-bfbd-bf7feb2a0067" providerId="AD" clId="Web-{D8CC7B68-ECAE-2423-84A3-D989350A60FB}" dt="2024-11-28T14:12:55.456" v="58" actId="14100"/>
          <ac:picMkLst>
            <pc:docMk/>
            <pc:sldMk cId="3202566392" sldId="311"/>
            <ac:picMk id="5" creationId="{1BC99004-2086-9F4C-A379-D55EA45FD6FC}"/>
          </ac:picMkLst>
        </pc:picChg>
      </pc:sldChg>
      <pc:sldChg chg="new del">
        <pc:chgData name="Sajesh, Sana" userId="S::ss2033@hw.ac.uk::c6571358-c60c-4e32-bfbd-bf7feb2a0067" providerId="AD" clId="Web-{D8CC7B68-ECAE-2423-84A3-D989350A60FB}" dt="2024-11-28T14:24:55.163" v="256"/>
        <pc:sldMkLst>
          <pc:docMk/>
          <pc:sldMk cId="360970591" sldId="312"/>
        </pc:sldMkLst>
      </pc:sldChg>
    </pc:docChg>
  </pc:docChgLst>
  <pc:docChgLst>
    <pc:chgData name="Asim, Furwa" userId="S::fa3009@hw.ac.uk::063a894f-f81a-4d52-92ca-0e1aacfaae0b" providerId="AD" clId="Web-{BBA5E3EF-520D-B783-F9CE-208CC3F68FA6}"/>
    <pc:docChg chg="modSld">
      <pc:chgData name="Asim, Furwa" userId="S::fa3009@hw.ac.uk::063a894f-f81a-4d52-92ca-0e1aacfaae0b" providerId="AD" clId="Web-{BBA5E3EF-520D-B783-F9CE-208CC3F68FA6}" dt="2024-11-28T17:31:37.489" v="17" actId="20577"/>
      <pc:docMkLst>
        <pc:docMk/>
      </pc:docMkLst>
      <pc:sldChg chg="modSp">
        <pc:chgData name="Asim, Furwa" userId="S::fa3009@hw.ac.uk::063a894f-f81a-4d52-92ca-0e1aacfaae0b" providerId="AD" clId="Web-{BBA5E3EF-520D-B783-F9CE-208CC3F68FA6}" dt="2024-11-28T17:31:37.489" v="17" actId="20577"/>
        <pc:sldMkLst>
          <pc:docMk/>
          <pc:sldMk cId="949147077" sldId="310"/>
        </pc:sldMkLst>
        <pc:spChg chg="mod">
          <ac:chgData name="Asim, Furwa" userId="S::fa3009@hw.ac.uk::063a894f-f81a-4d52-92ca-0e1aacfaae0b" providerId="AD" clId="Web-{BBA5E3EF-520D-B783-F9CE-208CC3F68FA6}" dt="2024-11-28T17:31:37.489" v="17" actId="20577"/>
          <ac:spMkLst>
            <pc:docMk/>
            <pc:sldMk cId="949147077" sldId="310"/>
            <ac:spMk id="17" creationId="{9019334E-BBB1-87D6-545B-2617FCDC022F}"/>
          </ac:spMkLst>
        </pc:spChg>
      </pc:sldChg>
    </pc:docChg>
  </pc:docChgLst>
  <pc:docChgLst>
    <pc:chgData name="Tharammal, Archana" userId="cb1b655c-6e7b-4d8c-9f8b-a61e8ac55026" providerId="ADAL" clId="{7DAE7156-6F64-4FEA-BB80-6E1F324D7CAE}"/>
    <pc:docChg chg="modSld">
      <pc:chgData name="Tharammal, Archana" userId="cb1b655c-6e7b-4d8c-9f8b-a61e8ac55026" providerId="ADAL" clId="{7DAE7156-6F64-4FEA-BB80-6E1F324D7CAE}" dt="2024-11-28T14:58:47.839" v="4" actId="20577"/>
      <pc:docMkLst>
        <pc:docMk/>
      </pc:docMkLst>
      <pc:sldChg chg="modSp mod">
        <pc:chgData name="Tharammal, Archana" userId="cb1b655c-6e7b-4d8c-9f8b-a61e8ac55026" providerId="ADAL" clId="{7DAE7156-6F64-4FEA-BB80-6E1F324D7CAE}" dt="2024-11-28T14:58:47.839" v="4" actId="20577"/>
        <pc:sldMkLst>
          <pc:docMk/>
          <pc:sldMk cId="908952950" sldId="303"/>
        </pc:sldMkLst>
        <pc:spChg chg="mod">
          <ac:chgData name="Tharammal, Archana" userId="cb1b655c-6e7b-4d8c-9f8b-a61e8ac55026" providerId="ADAL" clId="{7DAE7156-6F64-4FEA-BB80-6E1F324D7CAE}" dt="2024-11-28T14:58:47.839" v="4" actId="20577"/>
          <ac:spMkLst>
            <pc:docMk/>
            <pc:sldMk cId="908952950" sldId="303"/>
            <ac:spMk id="3" creationId="{EC66DF0D-0C74-91FE-F98C-7A8890170550}"/>
          </ac:spMkLst>
        </pc:spChg>
      </pc:sldChg>
    </pc:docChg>
  </pc:docChgLst>
  <pc:docChgLst>
    <pc:chgData name="Tharammal, Archana" userId="S::at4011@hw.ac.uk::cb1b655c-6e7b-4d8c-9f8b-a61e8ac55026" providerId="AD" clId="Web-{E0C95205-0C55-5E49-55A2-14F16512C0F6}"/>
    <pc:docChg chg="modSld">
      <pc:chgData name="Tharammal, Archana" userId="S::at4011@hw.ac.uk::cb1b655c-6e7b-4d8c-9f8b-a61e8ac55026" providerId="AD" clId="Web-{E0C95205-0C55-5E49-55A2-14F16512C0F6}" dt="2024-11-28T14:51:25.325" v="113" actId="20577"/>
      <pc:docMkLst>
        <pc:docMk/>
      </pc:docMkLst>
      <pc:sldChg chg="addSp delSp modSp">
        <pc:chgData name="Tharammal, Archana" userId="S::at4011@hw.ac.uk::cb1b655c-6e7b-4d8c-9f8b-a61e8ac55026" providerId="AD" clId="Web-{E0C95205-0C55-5E49-55A2-14F16512C0F6}" dt="2024-11-28T14:51:25.325" v="113" actId="20577"/>
        <pc:sldMkLst>
          <pc:docMk/>
          <pc:sldMk cId="908952950" sldId="303"/>
        </pc:sldMkLst>
        <pc:spChg chg="mod">
          <ac:chgData name="Tharammal, Archana" userId="S::at4011@hw.ac.uk::cb1b655c-6e7b-4d8c-9f8b-a61e8ac55026" providerId="AD" clId="Web-{E0C95205-0C55-5E49-55A2-14F16512C0F6}" dt="2024-11-28T14:51:25.325" v="113" actId="20577"/>
          <ac:spMkLst>
            <pc:docMk/>
            <pc:sldMk cId="908952950" sldId="303"/>
            <ac:spMk id="3" creationId="{EC66DF0D-0C74-91FE-F98C-7A8890170550}"/>
          </ac:spMkLst>
        </pc:spChg>
        <pc:picChg chg="add mod">
          <ac:chgData name="Tharammal, Archana" userId="S::at4011@hw.ac.uk::cb1b655c-6e7b-4d8c-9f8b-a61e8ac55026" providerId="AD" clId="Web-{E0C95205-0C55-5E49-55A2-14F16512C0F6}" dt="2024-11-28T14:32:27.466" v="39" actId="1076"/>
          <ac:picMkLst>
            <pc:docMk/>
            <pc:sldMk cId="908952950" sldId="303"/>
            <ac:picMk id="5" creationId="{DD9697DA-B948-C6CD-B2BF-4E1C5AFB7337}"/>
          </ac:picMkLst>
        </pc:picChg>
        <pc:picChg chg="del mod">
          <ac:chgData name="Tharammal, Archana" userId="S::at4011@hw.ac.uk::cb1b655c-6e7b-4d8c-9f8b-a61e8ac55026" providerId="AD" clId="Web-{E0C95205-0C55-5E49-55A2-14F16512C0F6}" dt="2024-11-28T14:26:26.847" v="31"/>
          <ac:picMkLst>
            <pc:docMk/>
            <pc:sldMk cId="908952950" sldId="303"/>
            <ac:picMk id="8" creationId="{B4909666-D202-1737-AB2A-882B4E343CEF}"/>
          </ac:picMkLst>
        </pc:picChg>
        <pc:cxnChg chg="add del mod">
          <ac:chgData name="Tharammal, Archana" userId="S::at4011@hw.ac.uk::cb1b655c-6e7b-4d8c-9f8b-a61e8ac55026" providerId="AD" clId="Web-{E0C95205-0C55-5E49-55A2-14F16512C0F6}" dt="2024-11-28T14:26:29.425" v="32"/>
          <ac:cxnSpMkLst>
            <pc:docMk/>
            <pc:sldMk cId="908952950" sldId="303"/>
            <ac:cxnSpMk id="4" creationId="{393F8DC6-0B7A-5979-1C44-A76C0CC1FF3E}"/>
          </ac:cxnSpMkLst>
        </pc:cxnChg>
      </pc:sldChg>
      <pc:sldChg chg="modSp">
        <pc:chgData name="Tharammal, Archana" userId="S::at4011@hw.ac.uk::cb1b655c-6e7b-4d8c-9f8b-a61e8ac55026" providerId="AD" clId="Web-{E0C95205-0C55-5E49-55A2-14F16512C0F6}" dt="2024-11-28T14:43:23.765" v="107" actId="20577"/>
        <pc:sldMkLst>
          <pc:docMk/>
          <pc:sldMk cId="164964990" sldId="306"/>
        </pc:sldMkLst>
        <pc:spChg chg="mod">
          <ac:chgData name="Tharammal, Archana" userId="S::at4011@hw.ac.uk::cb1b655c-6e7b-4d8c-9f8b-a61e8ac55026" providerId="AD" clId="Web-{E0C95205-0C55-5E49-55A2-14F16512C0F6}" dt="2024-11-28T14:43:23.765" v="107" actId="20577"/>
          <ac:spMkLst>
            <pc:docMk/>
            <pc:sldMk cId="164964990" sldId="306"/>
            <ac:spMk id="3" creationId="{11D8503C-A748-6A48-0DB9-6E5EDC8BB4B2}"/>
          </ac:spMkLst>
        </pc:spChg>
      </pc:sldChg>
    </pc:docChg>
  </pc:docChgLst>
  <pc:docChgLst>
    <pc:chgData name="Tharammal, Archana" userId="S::at4011@hw.ac.uk::cb1b655c-6e7b-4d8c-9f8b-a61e8ac55026" providerId="AD" clId="Web-{B3043820-3009-3FB4-D65F-88A429DED20B}"/>
    <pc:docChg chg="delSld modSld">
      <pc:chgData name="Tharammal, Archana" userId="S::at4011@hw.ac.uk::cb1b655c-6e7b-4d8c-9f8b-a61e8ac55026" providerId="AD" clId="Web-{B3043820-3009-3FB4-D65F-88A429DED20B}" dt="2024-11-27T17:35:34.862" v="31" actId="14100"/>
      <pc:docMkLst>
        <pc:docMk/>
      </pc:docMkLst>
      <pc:sldChg chg="addSp modSp">
        <pc:chgData name="Tharammal, Archana" userId="S::at4011@hw.ac.uk::cb1b655c-6e7b-4d8c-9f8b-a61e8ac55026" providerId="AD" clId="Web-{B3043820-3009-3FB4-D65F-88A429DED20B}" dt="2024-11-27T17:35:34.862" v="31" actId="14100"/>
        <pc:sldMkLst>
          <pc:docMk/>
          <pc:sldMk cId="3695820081" sldId="293"/>
        </pc:sldMkLst>
        <pc:spChg chg="add mod">
          <ac:chgData name="Tharammal, Archana" userId="S::at4011@hw.ac.uk::cb1b655c-6e7b-4d8c-9f8b-a61e8ac55026" providerId="AD" clId="Web-{B3043820-3009-3FB4-D65F-88A429DED20B}" dt="2024-11-27T17:35:34.862" v="31" actId="14100"/>
          <ac:spMkLst>
            <pc:docMk/>
            <pc:sldMk cId="3695820081" sldId="293"/>
            <ac:spMk id="3" creationId="{DCB89AB2-7906-CDAC-8429-34F2A7A32383}"/>
          </ac:spMkLst>
        </pc:spChg>
        <pc:picChg chg="mod">
          <ac:chgData name="Tharammal, Archana" userId="S::at4011@hw.ac.uk::cb1b655c-6e7b-4d8c-9f8b-a61e8ac55026" providerId="AD" clId="Web-{B3043820-3009-3FB4-D65F-88A429DED20B}" dt="2024-11-27T17:35:27.065" v="30" actId="1076"/>
          <ac:picMkLst>
            <pc:docMk/>
            <pc:sldMk cId="3695820081" sldId="293"/>
            <ac:picMk id="7" creationId="{BF2C6D75-5425-610E-338D-BA223CF86E84}"/>
          </ac:picMkLst>
        </pc:picChg>
      </pc:sldChg>
      <pc:sldChg chg="del">
        <pc:chgData name="Tharammal, Archana" userId="S::at4011@hw.ac.uk::cb1b655c-6e7b-4d8c-9f8b-a61e8ac55026" providerId="AD" clId="Web-{B3043820-3009-3FB4-D65F-88A429DED20B}" dt="2024-11-27T17:32:58.467" v="4"/>
        <pc:sldMkLst>
          <pc:docMk/>
          <pc:sldMk cId="1327487" sldId="298"/>
        </pc:sldMkLst>
      </pc:sldChg>
      <pc:sldChg chg="del">
        <pc:chgData name="Tharammal, Archana" userId="S::at4011@hw.ac.uk::cb1b655c-6e7b-4d8c-9f8b-a61e8ac55026" providerId="AD" clId="Web-{B3043820-3009-3FB4-D65F-88A429DED20B}" dt="2024-11-27T17:32:13.778" v="0"/>
        <pc:sldMkLst>
          <pc:docMk/>
          <pc:sldMk cId="839081672" sldId="300"/>
        </pc:sldMkLst>
      </pc:sldChg>
      <pc:sldChg chg="del">
        <pc:chgData name="Tharammal, Archana" userId="S::at4011@hw.ac.uk::cb1b655c-6e7b-4d8c-9f8b-a61e8ac55026" providerId="AD" clId="Web-{B3043820-3009-3FB4-D65F-88A429DED20B}" dt="2024-11-27T17:32:34.170" v="1"/>
        <pc:sldMkLst>
          <pc:docMk/>
          <pc:sldMk cId="2104705233" sldId="301"/>
        </pc:sldMkLst>
      </pc:sldChg>
      <pc:sldChg chg="modSp">
        <pc:chgData name="Tharammal, Archana" userId="S::at4011@hw.ac.uk::cb1b655c-6e7b-4d8c-9f8b-a61e8ac55026" providerId="AD" clId="Web-{B3043820-3009-3FB4-D65F-88A429DED20B}" dt="2024-11-27T17:32:52.201" v="3" actId="20577"/>
        <pc:sldMkLst>
          <pc:docMk/>
          <pc:sldMk cId="164964990" sldId="306"/>
        </pc:sldMkLst>
        <pc:spChg chg="mod">
          <ac:chgData name="Tharammal, Archana" userId="S::at4011@hw.ac.uk::cb1b655c-6e7b-4d8c-9f8b-a61e8ac55026" providerId="AD" clId="Web-{B3043820-3009-3FB4-D65F-88A429DED20B}" dt="2024-11-27T17:32:52.201" v="3" actId="20577"/>
          <ac:spMkLst>
            <pc:docMk/>
            <pc:sldMk cId="164964990" sldId="306"/>
            <ac:spMk id="2" creationId="{B9047D7E-9069-90CB-DEC2-2C87EE205A52}"/>
          </ac:spMkLst>
        </pc:spChg>
      </pc:sldChg>
      <pc:sldChg chg="del">
        <pc:chgData name="Tharammal, Archana" userId="S::at4011@hw.ac.uk::cb1b655c-6e7b-4d8c-9f8b-a61e8ac55026" providerId="AD" clId="Web-{B3043820-3009-3FB4-D65F-88A429DED20B}" dt="2024-11-27T17:32:47.451" v="2"/>
        <pc:sldMkLst>
          <pc:docMk/>
          <pc:sldMk cId="272587252" sldId="309"/>
        </pc:sldMkLst>
      </pc:sldChg>
    </pc:docChg>
  </pc:docChgLst>
  <pc:docChgLst>
    <pc:chgData name="SRIKANTH, HARSHITHA" userId="S::hs2121@hw.ac.uk::937aa71c-8a4c-40ad-a2e6-2ecd24b3247f" providerId="AD" clId="Web-{60BF7A06-2B28-B4FC-76B5-597C55A9E9F6}"/>
    <pc:docChg chg="modSld">
      <pc:chgData name="SRIKANTH, HARSHITHA" userId="S::hs2121@hw.ac.uk::937aa71c-8a4c-40ad-a2e6-2ecd24b3247f" providerId="AD" clId="Web-{60BF7A06-2B28-B4FC-76B5-597C55A9E9F6}" dt="2024-11-28T13:16:18.918" v="61" actId="14100"/>
      <pc:docMkLst>
        <pc:docMk/>
      </pc:docMkLst>
      <pc:sldChg chg="modSp">
        <pc:chgData name="SRIKANTH, HARSHITHA" userId="S::hs2121@hw.ac.uk::937aa71c-8a4c-40ad-a2e6-2ecd24b3247f" providerId="AD" clId="Web-{60BF7A06-2B28-B4FC-76B5-597C55A9E9F6}" dt="2024-11-28T13:16:18.918" v="61" actId="14100"/>
        <pc:sldMkLst>
          <pc:docMk/>
          <pc:sldMk cId="2519725083" sldId="304"/>
        </pc:sldMkLst>
        <pc:spChg chg="mod">
          <ac:chgData name="SRIKANTH, HARSHITHA" userId="S::hs2121@hw.ac.uk::937aa71c-8a4c-40ad-a2e6-2ecd24b3247f" providerId="AD" clId="Web-{60BF7A06-2B28-B4FC-76B5-597C55A9E9F6}" dt="2024-11-28T13:16:18.918" v="61" actId="14100"/>
          <ac:spMkLst>
            <pc:docMk/>
            <pc:sldMk cId="2519725083" sldId="304"/>
            <ac:spMk id="9" creationId="{6ECB4BA7-3B28-B4F9-DEE1-76CB4DC30534}"/>
          </ac:spMkLst>
        </pc:spChg>
      </pc:sldChg>
    </pc:docChg>
  </pc:docChgLst>
  <pc:docChgLst>
    <pc:chgData name="RAFEEK, DIAB RAFEEK" userId="S::mdr3000@hw.ac.uk::dc8ca6ff-ac8b-4d02-95e0-83744d1399c6" providerId="AD" clId="Web-{2F8842F9-9D3A-6EC9-D0A2-CA17FB5FF5E4}"/>
    <pc:docChg chg="modSld">
      <pc:chgData name="RAFEEK, DIAB RAFEEK" userId="S::mdr3000@hw.ac.uk::dc8ca6ff-ac8b-4d02-95e0-83744d1399c6" providerId="AD" clId="Web-{2F8842F9-9D3A-6EC9-D0A2-CA17FB5FF5E4}" dt="2024-11-28T12:52:37.144" v="5"/>
      <pc:docMkLst>
        <pc:docMk/>
      </pc:docMkLst>
      <pc:sldChg chg="addSp delSp modSp">
        <pc:chgData name="RAFEEK, DIAB RAFEEK" userId="S::mdr3000@hw.ac.uk::dc8ca6ff-ac8b-4d02-95e0-83744d1399c6" providerId="AD" clId="Web-{2F8842F9-9D3A-6EC9-D0A2-CA17FB5FF5E4}" dt="2024-11-28T12:52:37.144" v="5"/>
        <pc:sldMkLst>
          <pc:docMk/>
          <pc:sldMk cId="164964990" sldId="306"/>
        </pc:sldMkLst>
        <pc:picChg chg="mod">
          <ac:chgData name="RAFEEK, DIAB RAFEEK" userId="S::mdr3000@hw.ac.uk::dc8ca6ff-ac8b-4d02-95e0-83744d1399c6" providerId="AD" clId="Web-{2F8842F9-9D3A-6EC9-D0A2-CA17FB5FF5E4}" dt="2024-11-28T12:52:23.080" v="1" actId="1076"/>
          <ac:picMkLst>
            <pc:docMk/>
            <pc:sldMk cId="164964990" sldId="306"/>
            <ac:picMk id="4" creationId="{92B8CC00-5C68-630B-5CD9-AEFFBAB3E508}"/>
          </ac:picMkLst>
        </pc:picChg>
        <pc:picChg chg="add del mod">
          <ac:chgData name="RAFEEK, DIAB RAFEEK" userId="S::mdr3000@hw.ac.uk::dc8ca6ff-ac8b-4d02-95e0-83744d1399c6" providerId="AD" clId="Web-{2F8842F9-9D3A-6EC9-D0A2-CA17FB5FF5E4}" dt="2024-11-28T12:52:37.144" v="5"/>
          <ac:picMkLst>
            <pc:docMk/>
            <pc:sldMk cId="164964990" sldId="306"/>
            <ac:picMk id="5" creationId="{D2699D5B-E112-3349-9880-2D0EC62CB1F7}"/>
          </ac:picMkLst>
        </pc:picChg>
      </pc:sldChg>
    </pc:docChg>
  </pc:docChgLst>
  <pc:docChgLst>
    <pc:chgData name="Tharammal, Archana" userId="S::at4011@hw.ac.uk::cb1b655c-6e7b-4d8c-9f8b-a61e8ac55026" providerId="AD" clId="Web-{8B806711-AE4E-8198-01B1-64D7456497EE}"/>
    <pc:docChg chg="addSld modSld">
      <pc:chgData name="Tharammal, Archana" userId="S::at4011@hw.ac.uk::cb1b655c-6e7b-4d8c-9f8b-a61e8ac55026" providerId="AD" clId="Web-{8B806711-AE4E-8198-01B1-64D7456497EE}" dt="2024-11-27T06:23:07.450" v="271" actId="14100"/>
      <pc:docMkLst>
        <pc:docMk/>
      </pc:docMkLst>
      <pc:sldChg chg="addSp delSp modSp new mod setBg modClrScheme chgLayout">
        <pc:chgData name="Tharammal, Archana" userId="S::at4011@hw.ac.uk::cb1b655c-6e7b-4d8c-9f8b-a61e8ac55026" providerId="AD" clId="Web-{8B806711-AE4E-8198-01B1-64D7456497EE}" dt="2024-11-27T06:11:05.107" v="180" actId="20577"/>
        <pc:sldMkLst>
          <pc:docMk/>
          <pc:sldMk cId="908952950" sldId="303"/>
        </pc:sldMkLst>
        <pc:spChg chg="mod ord">
          <ac:chgData name="Tharammal, Archana" userId="S::at4011@hw.ac.uk::cb1b655c-6e7b-4d8c-9f8b-a61e8ac55026" providerId="AD" clId="Web-{8B806711-AE4E-8198-01B1-64D7456497EE}" dt="2024-11-27T06:11:05.107" v="180" actId="20577"/>
          <ac:spMkLst>
            <pc:docMk/>
            <pc:sldMk cId="908952950" sldId="303"/>
            <ac:spMk id="2" creationId="{27FFC60D-7A42-0777-0F02-15B2AC8B0B17}"/>
          </ac:spMkLst>
        </pc:spChg>
        <pc:spChg chg="mod ord">
          <ac:chgData name="Tharammal, Archana" userId="S::at4011@hw.ac.uk::cb1b655c-6e7b-4d8c-9f8b-a61e8ac55026" providerId="AD" clId="Web-{8B806711-AE4E-8198-01B1-64D7456497EE}" dt="2024-11-27T06:09:42.917" v="154"/>
          <ac:spMkLst>
            <pc:docMk/>
            <pc:sldMk cId="908952950" sldId="303"/>
            <ac:spMk id="3" creationId="{EC66DF0D-0C74-91FE-F98C-7A8890170550}"/>
          </ac:spMkLst>
        </pc:spChg>
        <pc:spChg chg="add del mod ord">
          <ac:chgData name="Tharammal, Archana" userId="S::at4011@hw.ac.uk::cb1b655c-6e7b-4d8c-9f8b-a61e8ac55026" providerId="AD" clId="Web-{8B806711-AE4E-8198-01B1-64D7456497EE}" dt="2024-11-27T06:08:09.180" v="152"/>
          <ac:spMkLst>
            <pc:docMk/>
            <pc:sldMk cId="908952950" sldId="303"/>
            <ac:spMk id="4" creationId="{CFBFE27F-E38D-388E-5D35-104D7D2036EC}"/>
          </ac:spMkLst>
        </pc:spChg>
        <pc:spChg chg="add del mod ord">
          <ac:chgData name="Tharammal, Archana" userId="S::at4011@hw.ac.uk::cb1b655c-6e7b-4d8c-9f8b-a61e8ac55026" providerId="AD" clId="Web-{8B806711-AE4E-8198-01B1-64D7456497EE}" dt="2024-11-27T05:49:27.420" v="21"/>
          <ac:spMkLst>
            <pc:docMk/>
            <pc:sldMk cId="908952950" sldId="303"/>
            <ac:spMk id="5" creationId="{B4F118DD-20CB-BF96-82D0-BAC14401203D}"/>
          </ac:spMkLst>
        </pc:spChg>
        <pc:spChg chg="add del mod">
          <ac:chgData name="Tharammal, Archana" userId="S::at4011@hw.ac.uk::cb1b655c-6e7b-4d8c-9f8b-a61e8ac55026" providerId="AD" clId="Web-{8B806711-AE4E-8198-01B1-64D7456497EE}" dt="2024-11-27T05:49:23.748" v="19"/>
          <ac:spMkLst>
            <pc:docMk/>
            <pc:sldMk cId="908952950" sldId="303"/>
            <ac:spMk id="6" creationId="{470F1AC7-8DBF-752A-3C33-C0DB4C5F3B50}"/>
          </ac:spMkLst>
        </pc:spChg>
        <pc:spChg chg="add">
          <ac:chgData name="Tharammal, Archana" userId="S::at4011@hw.ac.uk::cb1b655c-6e7b-4d8c-9f8b-a61e8ac55026" providerId="AD" clId="Web-{8B806711-AE4E-8198-01B1-64D7456497EE}" dt="2024-11-27T06:09:42.917" v="154"/>
          <ac:spMkLst>
            <pc:docMk/>
            <pc:sldMk cId="908952950" sldId="303"/>
            <ac:spMk id="13" creationId="{DD651B61-325E-4E73-8445-38B0DE8AAAB6}"/>
          </ac:spMkLst>
        </pc:spChg>
        <pc:spChg chg="add">
          <ac:chgData name="Tharammal, Archana" userId="S::at4011@hw.ac.uk::cb1b655c-6e7b-4d8c-9f8b-a61e8ac55026" providerId="AD" clId="Web-{8B806711-AE4E-8198-01B1-64D7456497EE}" dt="2024-11-27T06:09:42.917" v="154"/>
          <ac:spMkLst>
            <pc:docMk/>
            <pc:sldMk cId="908952950" sldId="303"/>
            <ac:spMk id="15" creationId="{B42E5253-D3AC-4AC2-B766-8B34F13C2F5E}"/>
          </ac:spMkLst>
        </pc:spChg>
        <pc:spChg chg="add">
          <ac:chgData name="Tharammal, Archana" userId="S::at4011@hw.ac.uk::cb1b655c-6e7b-4d8c-9f8b-a61e8ac55026" providerId="AD" clId="Web-{8B806711-AE4E-8198-01B1-64D7456497EE}" dt="2024-11-27T06:09:42.917" v="154"/>
          <ac:spMkLst>
            <pc:docMk/>
            <pc:sldMk cId="908952950" sldId="303"/>
            <ac:spMk id="17" creationId="{10AE8D57-436A-4073-9A75-15BB5949F8B4}"/>
          </ac:spMkLst>
        </pc:spChg>
        <pc:spChg chg="add">
          <ac:chgData name="Tharammal, Archana" userId="S::at4011@hw.ac.uk::cb1b655c-6e7b-4d8c-9f8b-a61e8ac55026" providerId="AD" clId="Web-{8B806711-AE4E-8198-01B1-64D7456497EE}" dt="2024-11-27T06:09:42.917" v="154"/>
          <ac:spMkLst>
            <pc:docMk/>
            <pc:sldMk cId="908952950" sldId="303"/>
            <ac:spMk id="19" creationId="{F875149D-F692-45DA-8324-D5E0193D5FC4}"/>
          </ac:spMkLst>
        </pc:spChg>
        <pc:spChg chg="add">
          <ac:chgData name="Tharammal, Archana" userId="S::at4011@hw.ac.uk::cb1b655c-6e7b-4d8c-9f8b-a61e8ac55026" providerId="AD" clId="Web-{8B806711-AE4E-8198-01B1-64D7456497EE}" dt="2024-11-27T06:09:42.917" v="154"/>
          <ac:spMkLst>
            <pc:docMk/>
            <pc:sldMk cId="908952950" sldId="303"/>
            <ac:spMk id="21" creationId="{C0B19935-C760-4698-9DD1-973C8A428D26}"/>
          </ac:spMkLst>
        </pc:spChg>
        <pc:spChg chg="add">
          <ac:chgData name="Tharammal, Archana" userId="S::at4011@hw.ac.uk::cb1b655c-6e7b-4d8c-9f8b-a61e8ac55026" providerId="AD" clId="Web-{8B806711-AE4E-8198-01B1-64D7456497EE}" dt="2024-11-27T06:09:42.917" v="154"/>
          <ac:spMkLst>
            <pc:docMk/>
            <pc:sldMk cId="908952950" sldId="303"/>
            <ac:spMk id="23" creationId="{08990612-E008-4F02-AEBB-B140BE753558}"/>
          </ac:spMkLst>
        </pc:spChg>
        <pc:spChg chg="add">
          <ac:chgData name="Tharammal, Archana" userId="S::at4011@hw.ac.uk::cb1b655c-6e7b-4d8c-9f8b-a61e8ac55026" providerId="AD" clId="Web-{8B806711-AE4E-8198-01B1-64D7456497EE}" dt="2024-11-27T06:09:42.917" v="154"/>
          <ac:spMkLst>
            <pc:docMk/>
            <pc:sldMk cId="908952950" sldId="303"/>
            <ac:spMk id="25" creationId="{A310A41F-3A14-4150-B6CF-0A577DDDEAD2}"/>
          </ac:spMkLst>
        </pc:spChg>
        <pc:spChg chg="add">
          <ac:chgData name="Tharammal, Archana" userId="S::at4011@hw.ac.uk::cb1b655c-6e7b-4d8c-9f8b-a61e8ac55026" providerId="AD" clId="Web-{8B806711-AE4E-8198-01B1-64D7456497EE}" dt="2024-11-27T06:09:42.917" v="154"/>
          <ac:spMkLst>
            <pc:docMk/>
            <pc:sldMk cId="908952950" sldId="303"/>
            <ac:spMk id="27" creationId="{7B89EEFD-93BC-4ACF-962C-E6279E72B00B}"/>
          </ac:spMkLst>
        </pc:spChg>
        <pc:picChg chg="add del mod">
          <ac:chgData name="Tharammal, Archana" userId="S::at4011@hw.ac.uk::cb1b655c-6e7b-4d8c-9f8b-a61e8ac55026" providerId="AD" clId="Web-{8B806711-AE4E-8198-01B1-64D7456497EE}" dt="2024-11-27T06:08:03.539" v="150"/>
          <ac:picMkLst>
            <pc:docMk/>
            <pc:sldMk cId="908952950" sldId="303"/>
            <ac:picMk id="7" creationId="{B2FDC88D-64D7-DA55-A702-D4FBAAB21B9F}"/>
          </ac:picMkLst>
        </pc:picChg>
        <pc:picChg chg="add mod">
          <ac:chgData name="Tharammal, Archana" userId="S::at4011@hw.ac.uk::cb1b655c-6e7b-4d8c-9f8b-a61e8ac55026" providerId="AD" clId="Web-{8B806711-AE4E-8198-01B1-64D7456497EE}" dt="2024-11-27T06:09:39.073" v="153"/>
          <ac:picMkLst>
            <pc:docMk/>
            <pc:sldMk cId="908952950" sldId="303"/>
            <ac:picMk id="8" creationId="{B4909666-D202-1737-AB2A-882B4E343CEF}"/>
          </ac:picMkLst>
        </pc:picChg>
      </pc:sldChg>
      <pc:sldChg chg="addSp delSp modSp new mod setBg modClrScheme chgLayout">
        <pc:chgData name="Tharammal, Archana" userId="S::at4011@hw.ac.uk::cb1b655c-6e7b-4d8c-9f8b-a61e8ac55026" providerId="AD" clId="Web-{8B806711-AE4E-8198-01B1-64D7456497EE}" dt="2024-11-27T06:10:01.918" v="162" actId="20577"/>
        <pc:sldMkLst>
          <pc:docMk/>
          <pc:sldMk cId="2519725083" sldId="304"/>
        </pc:sldMkLst>
        <pc:spChg chg="mod ord">
          <ac:chgData name="Tharammal, Archana" userId="S::at4011@hw.ac.uk::cb1b655c-6e7b-4d8c-9f8b-a61e8ac55026" providerId="AD" clId="Web-{8B806711-AE4E-8198-01B1-64D7456497EE}" dt="2024-11-27T06:10:01.918" v="162" actId="20577"/>
          <ac:spMkLst>
            <pc:docMk/>
            <pc:sldMk cId="2519725083" sldId="304"/>
            <ac:spMk id="2" creationId="{5A93B691-E6A4-56CE-09F9-84EA471150E8}"/>
          </ac:spMkLst>
        </pc:spChg>
        <pc:spChg chg="del mod ord">
          <ac:chgData name="Tharammal, Archana" userId="S::at4011@hw.ac.uk::cb1b655c-6e7b-4d8c-9f8b-a61e8ac55026" providerId="AD" clId="Web-{8B806711-AE4E-8198-01B1-64D7456497EE}" dt="2024-11-27T05:58:10.234" v="113"/>
          <ac:spMkLst>
            <pc:docMk/>
            <pc:sldMk cId="2519725083" sldId="304"/>
            <ac:spMk id="3" creationId="{8F98A9B8-5A0F-F679-E1ED-9CB1B966DABB}"/>
          </ac:spMkLst>
        </pc:spChg>
        <pc:spChg chg="add del mod">
          <ac:chgData name="Tharammal, Archana" userId="S::at4011@hw.ac.uk::cb1b655c-6e7b-4d8c-9f8b-a61e8ac55026" providerId="AD" clId="Web-{8B806711-AE4E-8198-01B1-64D7456497EE}" dt="2024-11-27T05:55:12.166" v="81"/>
          <ac:spMkLst>
            <pc:docMk/>
            <pc:sldMk cId="2519725083" sldId="304"/>
            <ac:spMk id="4" creationId="{1A01E7FC-7983-FF90-974A-335ED3E2FAC6}"/>
          </ac:spMkLst>
        </pc:spChg>
        <pc:spChg chg="add del mod">
          <ac:chgData name="Tharammal, Archana" userId="S::at4011@hw.ac.uk::cb1b655c-6e7b-4d8c-9f8b-a61e8ac55026" providerId="AD" clId="Web-{8B806711-AE4E-8198-01B1-64D7456497EE}" dt="2024-11-27T05:55:08.087" v="66"/>
          <ac:spMkLst>
            <pc:docMk/>
            <pc:sldMk cId="2519725083" sldId="304"/>
            <ac:spMk id="5" creationId="{AEAC0860-1741-FFA6-C0B6-A46FCFC1BD2D}"/>
          </ac:spMkLst>
        </pc:spChg>
        <pc:spChg chg="add del mod">
          <ac:chgData name="Tharammal, Archana" userId="S::at4011@hw.ac.uk::cb1b655c-6e7b-4d8c-9f8b-a61e8ac55026" providerId="AD" clId="Web-{8B806711-AE4E-8198-01B1-64D7456497EE}" dt="2024-11-27T05:55:05.853" v="63"/>
          <ac:spMkLst>
            <pc:docMk/>
            <pc:sldMk cId="2519725083" sldId="304"/>
            <ac:spMk id="6" creationId="{41F79FB6-1C49-DDC1-F0ED-3C62EEE383F1}"/>
          </ac:spMkLst>
        </pc:spChg>
        <pc:spChg chg="add del mod">
          <ac:chgData name="Tharammal, Archana" userId="S::at4011@hw.ac.uk::cb1b655c-6e7b-4d8c-9f8b-a61e8ac55026" providerId="AD" clId="Web-{8B806711-AE4E-8198-01B1-64D7456497EE}" dt="2024-11-27T05:55:31.401" v="84"/>
          <ac:spMkLst>
            <pc:docMk/>
            <pc:sldMk cId="2519725083" sldId="304"/>
            <ac:spMk id="7" creationId="{126826DE-6314-BC4D-96C3-B23F60765398}"/>
          </ac:spMkLst>
        </pc:spChg>
        <pc:spChg chg="add del mod">
          <ac:chgData name="Tharammal, Archana" userId="S::at4011@hw.ac.uk::cb1b655c-6e7b-4d8c-9f8b-a61e8ac55026" providerId="AD" clId="Web-{8B806711-AE4E-8198-01B1-64D7456497EE}" dt="2024-11-27T05:57:36.873" v="96"/>
          <ac:spMkLst>
            <pc:docMk/>
            <pc:sldMk cId="2519725083" sldId="304"/>
            <ac:spMk id="8" creationId="{077618FE-2D54-B80D-AF56-66D255B00114}"/>
          </ac:spMkLst>
        </pc:spChg>
        <pc:spChg chg="add mod ord">
          <ac:chgData name="Tharammal, Archana" userId="S::at4011@hw.ac.uk::cb1b655c-6e7b-4d8c-9f8b-a61e8ac55026" providerId="AD" clId="Web-{8B806711-AE4E-8198-01B1-64D7456497EE}" dt="2024-11-27T05:59:30.892" v="119" actId="20577"/>
          <ac:spMkLst>
            <pc:docMk/>
            <pc:sldMk cId="2519725083" sldId="304"/>
            <ac:spMk id="9" creationId="{6ECB4BA7-3B28-B4F9-DEE1-76CB4DC30534}"/>
          </ac:spMkLst>
        </pc:spChg>
        <pc:spChg chg="add del mod">
          <ac:chgData name="Tharammal, Archana" userId="S::at4011@hw.ac.uk::cb1b655c-6e7b-4d8c-9f8b-a61e8ac55026" providerId="AD" clId="Web-{8B806711-AE4E-8198-01B1-64D7456497EE}" dt="2024-11-27T05:57:51.467" v="112"/>
          <ac:spMkLst>
            <pc:docMk/>
            <pc:sldMk cId="2519725083" sldId="304"/>
            <ac:spMk id="10" creationId="{70E4D220-C79A-8467-4176-A2A88D4B288B}"/>
          </ac:spMkLst>
        </pc:spChg>
        <pc:spChg chg="add">
          <ac:chgData name="Tharammal, Archana" userId="S::at4011@hw.ac.uk::cb1b655c-6e7b-4d8c-9f8b-a61e8ac55026" providerId="AD" clId="Web-{8B806711-AE4E-8198-01B1-64D7456497EE}" dt="2024-11-27T05:58:29" v="114"/>
          <ac:spMkLst>
            <pc:docMk/>
            <pc:sldMk cId="2519725083" sldId="304"/>
            <ac:spMk id="16" creationId="{DD651B61-325E-4E73-8445-38B0DE8AAAB6}"/>
          </ac:spMkLst>
        </pc:spChg>
        <pc:spChg chg="add">
          <ac:chgData name="Tharammal, Archana" userId="S::at4011@hw.ac.uk::cb1b655c-6e7b-4d8c-9f8b-a61e8ac55026" providerId="AD" clId="Web-{8B806711-AE4E-8198-01B1-64D7456497EE}" dt="2024-11-27T05:58:29" v="114"/>
          <ac:spMkLst>
            <pc:docMk/>
            <pc:sldMk cId="2519725083" sldId="304"/>
            <ac:spMk id="18" creationId="{B42E5253-D3AC-4AC2-B766-8B34F13C2F5E}"/>
          </ac:spMkLst>
        </pc:spChg>
        <pc:spChg chg="add">
          <ac:chgData name="Tharammal, Archana" userId="S::at4011@hw.ac.uk::cb1b655c-6e7b-4d8c-9f8b-a61e8ac55026" providerId="AD" clId="Web-{8B806711-AE4E-8198-01B1-64D7456497EE}" dt="2024-11-27T05:58:29" v="114"/>
          <ac:spMkLst>
            <pc:docMk/>
            <pc:sldMk cId="2519725083" sldId="304"/>
            <ac:spMk id="20" creationId="{10AE8D57-436A-4073-9A75-15BB5949F8B4}"/>
          </ac:spMkLst>
        </pc:spChg>
        <pc:spChg chg="add">
          <ac:chgData name="Tharammal, Archana" userId="S::at4011@hw.ac.uk::cb1b655c-6e7b-4d8c-9f8b-a61e8ac55026" providerId="AD" clId="Web-{8B806711-AE4E-8198-01B1-64D7456497EE}" dt="2024-11-27T05:58:29" v="114"/>
          <ac:spMkLst>
            <pc:docMk/>
            <pc:sldMk cId="2519725083" sldId="304"/>
            <ac:spMk id="22" creationId="{F875149D-F692-45DA-8324-D5E0193D5FC4}"/>
          </ac:spMkLst>
        </pc:spChg>
        <pc:spChg chg="add">
          <ac:chgData name="Tharammal, Archana" userId="S::at4011@hw.ac.uk::cb1b655c-6e7b-4d8c-9f8b-a61e8ac55026" providerId="AD" clId="Web-{8B806711-AE4E-8198-01B1-64D7456497EE}" dt="2024-11-27T05:58:29" v="114"/>
          <ac:spMkLst>
            <pc:docMk/>
            <pc:sldMk cId="2519725083" sldId="304"/>
            <ac:spMk id="24" creationId="{C0B19935-C760-4698-9DD1-973C8A428D26}"/>
          </ac:spMkLst>
        </pc:spChg>
        <pc:spChg chg="add">
          <ac:chgData name="Tharammal, Archana" userId="S::at4011@hw.ac.uk::cb1b655c-6e7b-4d8c-9f8b-a61e8ac55026" providerId="AD" clId="Web-{8B806711-AE4E-8198-01B1-64D7456497EE}" dt="2024-11-27T05:58:29" v="114"/>
          <ac:spMkLst>
            <pc:docMk/>
            <pc:sldMk cId="2519725083" sldId="304"/>
            <ac:spMk id="26" creationId="{08990612-E008-4F02-AEBB-B140BE753558}"/>
          </ac:spMkLst>
        </pc:spChg>
        <pc:spChg chg="add">
          <ac:chgData name="Tharammal, Archana" userId="S::at4011@hw.ac.uk::cb1b655c-6e7b-4d8c-9f8b-a61e8ac55026" providerId="AD" clId="Web-{8B806711-AE4E-8198-01B1-64D7456497EE}" dt="2024-11-27T05:58:29" v="114"/>
          <ac:spMkLst>
            <pc:docMk/>
            <pc:sldMk cId="2519725083" sldId="304"/>
            <ac:spMk id="28" creationId="{A310A41F-3A14-4150-B6CF-0A577DDDEAD2}"/>
          </ac:spMkLst>
        </pc:spChg>
        <pc:spChg chg="add">
          <ac:chgData name="Tharammal, Archana" userId="S::at4011@hw.ac.uk::cb1b655c-6e7b-4d8c-9f8b-a61e8ac55026" providerId="AD" clId="Web-{8B806711-AE4E-8198-01B1-64D7456497EE}" dt="2024-11-27T05:58:29" v="114"/>
          <ac:spMkLst>
            <pc:docMk/>
            <pc:sldMk cId="2519725083" sldId="304"/>
            <ac:spMk id="30" creationId="{7B89EEFD-93BC-4ACF-962C-E6279E72B00B}"/>
          </ac:spMkLst>
        </pc:spChg>
        <pc:picChg chg="add mod ord modCrop">
          <ac:chgData name="Tharammal, Archana" userId="S::at4011@hw.ac.uk::cb1b655c-6e7b-4d8c-9f8b-a61e8ac55026" providerId="AD" clId="Web-{8B806711-AE4E-8198-01B1-64D7456497EE}" dt="2024-11-27T05:59:05.829" v="116"/>
          <ac:picMkLst>
            <pc:docMk/>
            <pc:sldMk cId="2519725083" sldId="304"/>
            <ac:picMk id="11" creationId="{9FAAEBA9-DD2B-3DB2-101A-78768051E1E3}"/>
          </ac:picMkLst>
        </pc:picChg>
      </pc:sldChg>
      <pc:sldChg chg="addSp delSp modSp new mod setBg">
        <pc:chgData name="Tharammal, Archana" userId="S::at4011@hw.ac.uk::cb1b655c-6e7b-4d8c-9f8b-a61e8ac55026" providerId="AD" clId="Web-{8B806711-AE4E-8198-01B1-64D7456497EE}" dt="2024-11-27T06:11:19.623" v="182" actId="20577"/>
        <pc:sldMkLst>
          <pc:docMk/>
          <pc:sldMk cId="3561694642" sldId="305"/>
        </pc:sldMkLst>
        <pc:spChg chg="mod">
          <ac:chgData name="Tharammal, Archana" userId="S::at4011@hw.ac.uk::cb1b655c-6e7b-4d8c-9f8b-a61e8ac55026" providerId="AD" clId="Web-{8B806711-AE4E-8198-01B1-64D7456497EE}" dt="2024-11-27T06:11:19.623" v="182" actId="20577"/>
          <ac:spMkLst>
            <pc:docMk/>
            <pc:sldMk cId="3561694642" sldId="305"/>
            <ac:spMk id="2" creationId="{534007E3-732A-9FF1-2889-45C0F440AD88}"/>
          </ac:spMkLst>
        </pc:spChg>
        <pc:spChg chg="mod">
          <ac:chgData name="Tharammal, Archana" userId="S::at4011@hw.ac.uk::cb1b655c-6e7b-4d8c-9f8b-a61e8ac55026" providerId="AD" clId="Web-{8B806711-AE4E-8198-01B1-64D7456497EE}" dt="2024-11-27T06:03:33.041" v="129"/>
          <ac:spMkLst>
            <pc:docMk/>
            <pc:sldMk cId="3561694642" sldId="305"/>
            <ac:spMk id="3" creationId="{CE6B662E-5EA3-C1EF-856D-791D05BA4B1C}"/>
          </ac:spMkLst>
        </pc:spChg>
        <pc:spChg chg="add">
          <ac:chgData name="Tharammal, Archana" userId="S::at4011@hw.ac.uk::cb1b655c-6e7b-4d8c-9f8b-a61e8ac55026" providerId="AD" clId="Web-{8B806711-AE4E-8198-01B1-64D7456497EE}" dt="2024-11-27T06:03:33.041" v="129"/>
          <ac:spMkLst>
            <pc:docMk/>
            <pc:sldMk cId="3561694642" sldId="305"/>
            <ac:spMk id="9" creationId="{F875149D-F692-45DA-8324-D5E0193D5FC4}"/>
          </ac:spMkLst>
        </pc:spChg>
        <pc:spChg chg="add">
          <ac:chgData name="Tharammal, Archana" userId="S::at4011@hw.ac.uk::cb1b655c-6e7b-4d8c-9f8b-a61e8ac55026" providerId="AD" clId="Web-{8B806711-AE4E-8198-01B1-64D7456497EE}" dt="2024-11-27T06:03:33.041" v="129"/>
          <ac:spMkLst>
            <pc:docMk/>
            <pc:sldMk cId="3561694642" sldId="305"/>
            <ac:spMk id="11" creationId="{C0B19935-C760-4698-9DD1-973C8A428D26}"/>
          </ac:spMkLst>
        </pc:spChg>
        <pc:spChg chg="add">
          <ac:chgData name="Tharammal, Archana" userId="S::at4011@hw.ac.uk::cb1b655c-6e7b-4d8c-9f8b-a61e8ac55026" providerId="AD" clId="Web-{8B806711-AE4E-8198-01B1-64D7456497EE}" dt="2024-11-27T06:03:33.041" v="129"/>
          <ac:spMkLst>
            <pc:docMk/>
            <pc:sldMk cId="3561694642" sldId="305"/>
            <ac:spMk id="13" creationId="{08990612-E008-4F02-AEBB-B140BE753558}"/>
          </ac:spMkLst>
        </pc:spChg>
        <pc:spChg chg="add">
          <ac:chgData name="Tharammal, Archana" userId="S::at4011@hw.ac.uk::cb1b655c-6e7b-4d8c-9f8b-a61e8ac55026" providerId="AD" clId="Web-{8B806711-AE4E-8198-01B1-64D7456497EE}" dt="2024-11-27T06:03:33.041" v="129"/>
          <ac:spMkLst>
            <pc:docMk/>
            <pc:sldMk cId="3561694642" sldId="305"/>
            <ac:spMk id="15" creationId="{A310A41F-3A14-4150-B6CF-0A577DDDEAD2}"/>
          </ac:spMkLst>
        </pc:spChg>
        <pc:spChg chg="add">
          <ac:chgData name="Tharammal, Archana" userId="S::at4011@hw.ac.uk::cb1b655c-6e7b-4d8c-9f8b-a61e8ac55026" providerId="AD" clId="Web-{8B806711-AE4E-8198-01B1-64D7456497EE}" dt="2024-11-27T06:03:33.041" v="129"/>
          <ac:spMkLst>
            <pc:docMk/>
            <pc:sldMk cId="3561694642" sldId="305"/>
            <ac:spMk id="17" creationId="{7B89EEFD-93BC-4ACF-962C-E6279E72B00B}"/>
          </ac:spMkLst>
        </pc:spChg>
        <pc:picChg chg="add del mod">
          <ac:chgData name="Tharammal, Archana" userId="S::at4011@hw.ac.uk::cb1b655c-6e7b-4d8c-9f8b-a61e8ac55026" providerId="AD" clId="Web-{8B806711-AE4E-8198-01B1-64D7456497EE}" dt="2024-11-27T06:03:33.041" v="129"/>
          <ac:picMkLst>
            <pc:docMk/>
            <pc:sldMk cId="3561694642" sldId="305"/>
            <ac:picMk id="4" creationId="{180A64AA-B9E4-D0C2-9BBD-676150B4BE2B}"/>
          </ac:picMkLst>
        </pc:picChg>
      </pc:sldChg>
      <pc:sldChg chg="addSp modSp new mod setBg">
        <pc:chgData name="Tharammal, Archana" userId="S::at4011@hw.ac.uk::cb1b655c-6e7b-4d8c-9f8b-a61e8ac55026" providerId="AD" clId="Web-{8B806711-AE4E-8198-01B1-64D7456497EE}" dt="2024-11-27T06:12:43.798" v="185" actId="20577"/>
        <pc:sldMkLst>
          <pc:docMk/>
          <pc:sldMk cId="164964990" sldId="306"/>
        </pc:sldMkLst>
        <pc:spChg chg="mod">
          <ac:chgData name="Tharammal, Archana" userId="S::at4011@hw.ac.uk::cb1b655c-6e7b-4d8c-9f8b-a61e8ac55026" providerId="AD" clId="Web-{8B806711-AE4E-8198-01B1-64D7456497EE}" dt="2024-11-27T06:12:43.798" v="185" actId="20577"/>
          <ac:spMkLst>
            <pc:docMk/>
            <pc:sldMk cId="164964990" sldId="306"/>
            <ac:spMk id="2" creationId="{B9047D7E-9069-90CB-DEC2-2C87EE205A52}"/>
          </ac:spMkLst>
        </pc:spChg>
        <pc:spChg chg="mod">
          <ac:chgData name="Tharammal, Archana" userId="S::at4011@hw.ac.uk::cb1b655c-6e7b-4d8c-9f8b-a61e8ac55026" providerId="AD" clId="Web-{8B806711-AE4E-8198-01B1-64D7456497EE}" dt="2024-11-27T06:07:14.766" v="147"/>
          <ac:spMkLst>
            <pc:docMk/>
            <pc:sldMk cId="164964990" sldId="306"/>
            <ac:spMk id="3" creationId="{11D8503C-A748-6A48-0DB9-6E5EDC8BB4B2}"/>
          </ac:spMkLst>
        </pc:spChg>
        <pc:spChg chg="add">
          <ac:chgData name="Tharammal, Archana" userId="S::at4011@hw.ac.uk::cb1b655c-6e7b-4d8c-9f8b-a61e8ac55026" providerId="AD" clId="Web-{8B806711-AE4E-8198-01B1-64D7456497EE}" dt="2024-11-27T06:07:14.766" v="147"/>
          <ac:spMkLst>
            <pc:docMk/>
            <pc:sldMk cId="164964990" sldId="306"/>
            <ac:spMk id="9" creationId="{F875149D-F692-45DA-8324-D5E0193D5FC4}"/>
          </ac:spMkLst>
        </pc:spChg>
        <pc:spChg chg="add">
          <ac:chgData name="Tharammal, Archana" userId="S::at4011@hw.ac.uk::cb1b655c-6e7b-4d8c-9f8b-a61e8ac55026" providerId="AD" clId="Web-{8B806711-AE4E-8198-01B1-64D7456497EE}" dt="2024-11-27T06:07:14.766" v="147"/>
          <ac:spMkLst>
            <pc:docMk/>
            <pc:sldMk cId="164964990" sldId="306"/>
            <ac:spMk id="11" creationId="{C0B19935-C760-4698-9DD1-973C8A428D26}"/>
          </ac:spMkLst>
        </pc:spChg>
        <pc:spChg chg="add">
          <ac:chgData name="Tharammal, Archana" userId="S::at4011@hw.ac.uk::cb1b655c-6e7b-4d8c-9f8b-a61e8ac55026" providerId="AD" clId="Web-{8B806711-AE4E-8198-01B1-64D7456497EE}" dt="2024-11-27T06:07:14.766" v="147"/>
          <ac:spMkLst>
            <pc:docMk/>
            <pc:sldMk cId="164964990" sldId="306"/>
            <ac:spMk id="13" creationId="{08990612-E008-4F02-AEBB-B140BE753558}"/>
          </ac:spMkLst>
        </pc:spChg>
        <pc:spChg chg="add">
          <ac:chgData name="Tharammal, Archana" userId="S::at4011@hw.ac.uk::cb1b655c-6e7b-4d8c-9f8b-a61e8ac55026" providerId="AD" clId="Web-{8B806711-AE4E-8198-01B1-64D7456497EE}" dt="2024-11-27T06:07:14.766" v="147"/>
          <ac:spMkLst>
            <pc:docMk/>
            <pc:sldMk cId="164964990" sldId="306"/>
            <ac:spMk id="15" creationId="{A310A41F-3A14-4150-B6CF-0A577DDDEAD2}"/>
          </ac:spMkLst>
        </pc:spChg>
        <pc:spChg chg="add">
          <ac:chgData name="Tharammal, Archana" userId="S::at4011@hw.ac.uk::cb1b655c-6e7b-4d8c-9f8b-a61e8ac55026" providerId="AD" clId="Web-{8B806711-AE4E-8198-01B1-64D7456497EE}" dt="2024-11-27T06:07:14.766" v="147"/>
          <ac:spMkLst>
            <pc:docMk/>
            <pc:sldMk cId="164964990" sldId="306"/>
            <ac:spMk id="17" creationId="{7B89EEFD-93BC-4ACF-962C-E6279E72B00B}"/>
          </ac:spMkLst>
        </pc:spChg>
        <pc:picChg chg="add mod">
          <ac:chgData name="Tharammal, Archana" userId="S::at4011@hw.ac.uk::cb1b655c-6e7b-4d8c-9f8b-a61e8ac55026" providerId="AD" clId="Web-{8B806711-AE4E-8198-01B1-64D7456497EE}" dt="2024-11-27T06:07:23.845" v="149" actId="1076"/>
          <ac:picMkLst>
            <pc:docMk/>
            <pc:sldMk cId="164964990" sldId="306"/>
            <ac:picMk id="4" creationId="{92B8CC00-5C68-630B-5CD9-AEFFBAB3E508}"/>
          </ac:picMkLst>
        </pc:picChg>
      </pc:sldChg>
      <pc:sldChg chg="addSp modSp new mod setBg">
        <pc:chgData name="Tharammal, Archana" userId="S::at4011@hw.ac.uk::cb1b655c-6e7b-4d8c-9f8b-a61e8ac55026" providerId="AD" clId="Web-{8B806711-AE4E-8198-01B1-64D7456497EE}" dt="2024-11-27T06:14:53.536" v="222" actId="20577"/>
        <pc:sldMkLst>
          <pc:docMk/>
          <pc:sldMk cId="3002435812" sldId="307"/>
        </pc:sldMkLst>
        <pc:spChg chg="mod">
          <ac:chgData name="Tharammal, Archana" userId="S::at4011@hw.ac.uk::cb1b655c-6e7b-4d8c-9f8b-a61e8ac55026" providerId="AD" clId="Web-{8B806711-AE4E-8198-01B1-64D7456497EE}" dt="2024-11-27T06:14:53.536" v="222" actId="20577"/>
          <ac:spMkLst>
            <pc:docMk/>
            <pc:sldMk cId="3002435812" sldId="307"/>
            <ac:spMk id="2" creationId="{2793E52F-211E-A193-D085-9F37E3590146}"/>
          </ac:spMkLst>
        </pc:spChg>
        <pc:spChg chg="mod">
          <ac:chgData name="Tharammal, Archana" userId="S::at4011@hw.ac.uk::cb1b655c-6e7b-4d8c-9f8b-a61e8ac55026" providerId="AD" clId="Web-{8B806711-AE4E-8198-01B1-64D7456497EE}" dt="2024-11-27T06:14:29.536" v="196"/>
          <ac:spMkLst>
            <pc:docMk/>
            <pc:sldMk cId="3002435812" sldId="307"/>
            <ac:spMk id="3" creationId="{F54E4885-E484-4F5B-E1C3-D45781C8451D}"/>
          </ac:spMkLst>
        </pc:spChg>
        <pc:spChg chg="add">
          <ac:chgData name="Tharammal, Archana" userId="S::at4011@hw.ac.uk::cb1b655c-6e7b-4d8c-9f8b-a61e8ac55026" providerId="AD" clId="Web-{8B806711-AE4E-8198-01B1-64D7456497EE}" dt="2024-11-27T06:14:29.536" v="196"/>
          <ac:spMkLst>
            <pc:docMk/>
            <pc:sldMk cId="3002435812" sldId="307"/>
            <ac:spMk id="9" creationId="{F875149D-F692-45DA-8324-D5E0193D5FC4}"/>
          </ac:spMkLst>
        </pc:spChg>
        <pc:spChg chg="add">
          <ac:chgData name="Tharammal, Archana" userId="S::at4011@hw.ac.uk::cb1b655c-6e7b-4d8c-9f8b-a61e8ac55026" providerId="AD" clId="Web-{8B806711-AE4E-8198-01B1-64D7456497EE}" dt="2024-11-27T06:14:29.536" v="196"/>
          <ac:spMkLst>
            <pc:docMk/>
            <pc:sldMk cId="3002435812" sldId="307"/>
            <ac:spMk id="11" creationId="{C0B19935-C760-4698-9DD1-973C8A428D26}"/>
          </ac:spMkLst>
        </pc:spChg>
        <pc:spChg chg="add">
          <ac:chgData name="Tharammal, Archana" userId="S::at4011@hw.ac.uk::cb1b655c-6e7b-4d8c-9f8b-a61e8ac55026" providerId="AD" clId="Web-{8B806711-AE4E-8198-01B1-64D7456497EE}" dt="2024-11-27T06:14:29.536" v="196"/>
          <ac:spMkLst>
            <pc:docMk/>
            <pc:sldMk cId="3002435812" sldId="307"/>
            <ac:spMk id="13" creationId="{08990612-E008-4F02-AEBB-B140BE753558}"/>
          </ac:spMkLst>
        </pc:spChg>
        <pc:spChg chg="add">
          <ac:chgData name="Tharammal, Archana" userId="S::at4011@hw.ac.uk::cb1b655c-6e7b-4d8c-9f8b-a61e8ac55026" providerId="AD" clId="Web-{8B806711-AE4E-8198-01B1-64D7456497EE}" dt="2024-11-27T06:14:29.536" v="196"/>
          <ac:spMkLst>
            <pc:docMk/>
            <pc:sldMk cId="3002435812" sldId="307"/>
            <ac:spMk id="15" creationId="{A310A41F-3A14-4150-B6CF-0A577DDDEAD2}"/>
          </ac:spMkLst>
        </pc:spChg>
        <pc:spChg chg="add">
          <ac:chgData name="Tharammal, Archana" userId="S::at4011@hw.ac.uk::cb1b655c-6e7b-4d8c-9f8b-a61e8ac55026" providerId="AD" clId="Web-{8B806711-AE4E-8198-01B1-64D7456497EE}" dt="2024-11-27T06:14:29.536" v="196"/>
          <ac:spMkLst>
            <pc:docMk/>
            <pc:sldMk cId="3002435812" sldId="307"/>
            <ac:spMk id="17" creationId="{7B89EEFD-93BC-4ACF-962C-E6279E72B00B}"/>
          </ac:spMkLst>
        </pc:spChg>
        <pc:picChg chg="add mod">
          <ac:chgData name="Tharammal, Archana" userId="S::at4011@hw.ac.uk::cb1b655c-6e7b-4d8c-9f8b-a61e8ac55026" providerId="AD" clId="Web-{8B806711-AE4E-8198-01B1-64D7456497EE}" dt="2024-11-27T06:14:29.536" v="196"/>
          <ac:picMkLst>
            <pc:docMk/>
            <pc:sldMk cId="3002435812" sldId="307"/>
            <ac:picMk id="4" creationId="{0E75E325-8423-F85E-1AAB-4325CCC7E76C}"/>
          </ac:picMkLst>
        </pc:picChg>
      </pc:sldChg>
      <pc:sldChg chg="addSp modSp new mod setBg">
        <pc:chgData name="Tharammal, Archana" userId="S::at4011@hw.ac.uk::cb1b655c-6e7b-4d8c-9f8b-a61e8ac55026" providerId="AD" clId="Web-{8B806711-AE4E-8198-01B1-64D7456497EE}" dt="2024-11-27T06:17:20.390" v="237" actId="20577"/>
        <pc:sldMkLst>
          <pc:docMk/>
          <pc:sldMk cId="3281782294" sldId="308"/>
        </pc:sldMkLst>
        <pc:spChg chg="mod">
          <ac:chgData name="Tharammal, Archana" userId="S::at4011@hw.ac.uk::cb1b655c-6e7b-4d8c-9f8b-a61e8ac55026" providerId="AD" clId="Web-{8B806711-AE4E-8198-01B1-64D7456497EE}" dt="2024-11-27T06:17:00.920" v="236"/>
          <ac:spMkLst>
            <pc:docMk/>
            <pc:sldMk cId="3281782294" sldId="308"/>
            <ac:spMk id="2" creationId="{B1298B2D-9D52-9FDC-424D-000B63933AB1}"/>
          </ac:spMkLst>
        </pc:spChg>
        <pc:spChg chg="mod">
          <ac:chgData name="Tharammal, Archana" userId="S::at4011@hw.ac.uk::cb1b655c-6e7b-4d8c-9f8b-a61e8ac55026" providerId="AD" clId="Web-{8B806711-AE4E-8198-01B1-64D7456497EE}" dt="2024-11-27T06:17:20.390" v="237" actId="20577"/>
          <ac:spMkLst>
            <pc:docMk/>
            <pc:sldMk cId="3281782294" sldId="308"/>
            <ac:spMk id="3" creationId="{D5E78080-1B78-3D5D-6AA7-92339BE250F6}"/>
          </ac:spMkLst>
        </pc:spChg>
        <pc:spChg chg="add">
          <ac:chgData name="Tharammal, Archana" userId="S::at4011@hw.ac.uk::cb1b655c-6e7b-4d8c-9f8b-a61e8ac55026" providerId="AD" clId="Web-{8B806711-AE4E-8198-01B1-64D7456497EE}" dt="2024-11-27T06:17:00.920" v="236"/>
          <ac:spMkLst>
            <pc:docMk/>
            <pc:sldMk cId="3281782294" sldId="308"/>
            <ac:spMk id="9" creationId="{F875149D-F692-45DA-8324-D5E0193D5FC4}"/>
          </ac:spMkLst>
        </pc:spChg>
        <pc:spChg chg="add">
          <ac:chgData name="Tharammal, Archana" userId="S::at4011@hw.ac.uk::cb1b655c-6e7b-4d8c-9f8b-a61e8ac55026" providerId="AD" clId="Web-{8B806711-AE4E-8198-01B1-64D7456497EE}" dt="2024-11-27T06:17:00.920" v="236"/>
          <ac:spMkLst>
            <pc:docMk/>
            <pc:sldMk cId="3281782294" sldId="308"/>
            <ac:spMk id="11" creationId="{C0B19935-C760-4698-9DD1-973C8A428D26}"/>
          </ac:spMkLst>
        </pc:spChg>
        <pc:spChg chg="add">
          <ac:chgData name="Tharammal, Archana" userId="S::at4011@hw.ac.uk::cb1b655c-6e7b-4d8c-9f8b-a61e8ac55026" providerId="AD" clId="Web-{8B806711-AE4E-8198-01B1-64D7456497EE}" dt="2024-11-27T06:17:00.920" v="236"/>
          <ac:spMkLst>
            <pc:docMk/>
            <pc:sldMk cId="3281782294" sldId="308"/>
            <ac:spMk id="13" creationId="{08990612-E008-4F02-AEBB-B140BE753558}"/>
          </ac:spMkLst>
        </pc:spChg>
        <pc:spChg chg="add">
          <ac:chgData name="Tharammal, Archana" userId="S::at4011@hw.ac.uk::cb1b655c-6e7b-4d8c-9f8b-a61e8ac55026" providerId="AD" clId="Web-{8B806711-AE4E-8198-01B1-64D7456497EE}" dt="2024-11-27T06:17:00.920" v="236"/>
          <ac:spMkLst>
            <pc:docMk/>
            <pc:sldMk cId="3281782294" sldId="308"/>
            <ac:spMk id="15" creationId="{A310A41F-3A14-4150-B6CF-0A577DDDEAD2}"/>
          </ac:spMkLst>
        </pc:spChg>
        <pc:spChg chg="add">
          <ac:chgData name="Tharammal, Archana" userId="S::at4011@hw.ac.uk::cb1b655c-6e7b-4d8c-9f8b-a61e8ac55026" providerId="AD" clId="Web-{8B806711-AE4E-8198-01B1-64D7456497EE}" dt="2024-11-27T06:17:00.920" v="236"/>
          <ac:spMkLst>
            <pc:docMk/>
            <pc:sldMk cId="3281782294" sldId="308"/>
            <ac:spMk id="17" creationId="{7B89EEFD-93BC-4ACF-962C-E6279E72B00B}"/>
          </ac:spMkLst>
        </pc:spChg>
        <pc:picChg chg="add mod">
          <ac:chgData name="Tharammal, Archana" userId="S::at4011@hw.ac.uk::cb1b655c-6e7b-4d8c-9f8b-a61e8ac55026" providerId="AD" clId="Web-{8B806711-AE4E-8198-01B1-64D7456497EE}" dt="2024-11-27T06:17:00.920" v="236"/>
          <ac:picMkLst>
            <pc:docMk/>
            <pc:sldMk cId="3281782294" sldId="308"/>
            <ac:picMk id="4" creationId="{1DF59D8A-DEAC-F97C-1121-5E1E86D6A3AB}"/>
          </ac:picMkLst>
        </pc:picChg>
      </pc:sldChg>
      <pc:sldChg chg="addSp modSp new mod setBg">
        <pc:chgData name="Tharammal, Archana" userId="S::at4011@hw.ac.uk::cb1b655c-6e7b-4d8c-9f8b-a61e8ac55026" providerId="AD" clId="Web-{8B806711-AE4E-8198-01B1-64D7456497EE}" dt="2024-11-27T06:19:53.707" v="253" actId="1076"/>
        <pc:sldMkLst>
          <pc:docMk/>
          <pc:sldMk cId="272587252" sldId="309"/>
        </pc:sldMkLst>
        <pc:spChg chg="mod">
          <ac:chgData name="Tharammal, Archana" userId="S::at4011@hw.ac.uk::cb1b655c-6e7b-4d8c-9f8b-a61e8ac55026" providerId="AD" clId="Web-{8B806711-AE4E-8198-01B1-64D7456497EE}" dt="2024-11-27T06:19:46.535" v="251"/>
          <ac:spMkLst>
            <pc:docMk/>
            <pc:sldMk cId="272587252" sldId="309"/>
            <ac:spMk id="2" creationId="{0A9AA9C9-4C84-5E27-674D-4F1F0438FABA}"/>
          </ac:spMkLst>
        </pc:spChg>
        <pc:spChg chg="mod">
          <ac:chgData name="Tharammal, Archana" userId="S::at4011@hw.ac.uk::cb1b655c-6e7b-4d8c-9f8b-a61e8ac55026" providerId="AD" clId="Web-{8B806711-AE4E-8198-01B1-64D7456497EE}" dt="2024-11-27T06:19:46.535" v="251"/>
          <ac:spMkLst>
            <pc:docMk/>
            <pc:sldMk cId="272587252" sldId="309"/>
            <ac:spMk id="3" creationId="{F212B6CF-5153-3F33-19A6-14EBC4C18583}"/>
          </ac:spMkLst>
        </pc:spChg>
        <pc:spChg chg="add">
          <ac:chgData name="Tharammal, Archana" userId="S::at4011@hw.ac.uk::cb1b655c-6e7b-4d8c-9f8b-a61e8ac55026" providerId="AD" clId="Web-{8B806711-AE4E-8198-01B1-64D7456497EE}" dt="2024-11-27T06:19:46.535" v="251"/>
          <ac:spMkLst>
            <pc:docMk/>
            <pc:sldMk cId="272587252" sldId="309"/>
            <ac:spMk id="9" creationId="{F875149D-F692-45DA-8324-D5E0193D5FC4}"/>
          </ac:spMkLst>
        </pc:spChg>
        <pc:spChg chg="add">
          <ac:chgData name="Tharammal, Archana" userId="S::at4011@hw.ac.uk::cb1b655c-6e7b-4d8c-9f8b-a61e8ac55026" providerId="AD" clId="Web-{8B806711-AE4E-8198-01B1-64D7456497EE}" dt="2024-11-27T06:19:46.535" v="251"/>
          <ac:spMkLst>
            <pc:docMk/>
            <pc:sldMk cId="272587252" sldId="309"/>
            <ac:spMk id="11" creationId="{C0B19935-C760-4698-9DD1-973C8A428D26}"/>
          </ac:spMkLst>
        </pc:spChg>
        <pc:spChg chg="add">
          <ac:chgData name="Tharammal, Archana" userId="S::at4011@hw.ac.uk::cb1b655c-6e7b-4d8c-9f8b-a61e8ac55026" providerId="AD" clId="Web-{8B806711-AE4E-8198-01B1-64D7456497EE}" dt="2024-11-27T06:19:46.535" v="251"/>
          <ac:spMkLst>
            <pc:docMk/>
            <pc:sldMk cId="272587252" sldId="309"/>
            <ac:spMk id="13" creationId="{08990612-E008-4F02-AEBB-B140BE753558}"/>
          </ac:spMkLst>
        </pc:spChg>
        <pc:spChg chg="add">
          <ac:chgData name="Tharammal, Archana" userId="S::at4011@hw.ac.uk::cb1b655c-6e7b-4d8c-9f8b-a61e8ac55026" providerId="AD" clId="Web-{8B806711-AE4E-8198-01B1-64D7456497EE}" dt="2024-11-27T06:19:46.535" v="251"/>
          <ac:spMkLst>
            <pc:docMk/>
            <pc:sldMk cId="272587252" sldId="309"/>
            <ac:spMk id="15" creationId="{A310A41F-3A14-4150-B6CF-0A577DDDEAD2}"/>
          </ac:spMkLst>
        </pc:spChg>
        <pc:spChg chg="add">
          <ac:chgData name="Tharammal, Archana" userId="S::at4011@hw.ac.uk::cb1b655c-6e7b-4d8c-9f8b-a61e8ac55026" providerId="AD" clId="Web-{8B806711-AE4E-8198-01B1-64D7456497EE}" dt="2024-11-27T06:19:46.535" v="251"/>
          <ac:spMkLst>
            <pc:docMk/>
            <pc:sldMk cId="272587252" sldId="309"/>
            <ac:spMk id="17" creationId="{7B89EEFD-93BC-4ACF-962C-E6279E72B00B}"/>
          </ac:spMkLst>
        </pc:spChg>
        <pc:picChg chg="add mod">
          <ac:chgData name="Tharammal, Archana" userId="S::at4011@hw.ac.uk::cb1b655c-6e7b-4d8c-9f8b-a61e8ac55026" providerId="AD" clId="Web-{8B806711-AE4E-8198-01B1-64D7456497EE}" dt="2024-11-27T06:19:53.707" v="253" actId="1076"/>
          <ac:picMkLst>
            <pc:docMk/>
            <pc:sldMk cId="272587252" sldId="309"/>
            <ac:picMk id="4" creationId="{4EB4E18B-7F9D-0249-B964-B60183C5841E}"/>
          </ac:picMkLst>
        </pc:picChg>
      </pc:sldChg>
      <pc:sldChg chg="addSp delSp modSp new mod setBg setClrOvrMap">
        <pc:chgData name="Tharammal, Archana" userId="S::at4011@hw.ac.uk::cb1b655c-6e7b-4d8c-9f8b-a61e8ac55026" providerId="AD" clId="Web-{8B806711-AE4E-8198-01B1-64D7456497EE}" dt="2024-11-27T06:23:07.450" v="271" actId="14100"/>
        <pc:sldMkLst>
          <pc:docMk/>
          <pc:sldMk cId="949147077" sldId="310"/>
        </pc:sldMkLst>
        <pc:spChg chg="mod">
          <ac:chgData name="Tharammal, Archana" userId="S::at4011@hw.ac.uk::cb1b655c-6e7b-4d8c-9f8b-a61e8ac55026" providerId="AD" clId="Web-{8B806711-AE4E-8198-01B1-64D7456497EE}" dt="2024-11-27T06:22:33.213" v="269"/>
          <ac:spMkLst>
            <pc:docMk/>
            <pc:sldMk cId="949147077" sldId="310"/>
            <ac:spMk id="2" creationId="{59E365C7-70CE-1AB4-A8A5-4960D40F2703}"/>
          </ac:spMkLst>
        </pc:spChg>
        <pc:spChg chg="add del mod">
          <ac:chgData name="Tharammal, Archana" userId="S::at4011@hw.ac.uk::cb1b655c-6e7b-4d8c-9f8b-a61e8ac55026" providerId="AD" clId="Web-{8B806711-AE4E-8198-01B1-64D7456497EE}" dt="2024-11-27T06:22:33.213" v="269"/>
          <ac:spMkLst>
            <pc:docMk/>
            <pc:sldMk cId="949147077" sldId="310"/>
            <ac:spMk id="3" creationId="{9019334E-BBB1-87D6-545B-2617FCDC022F}"/>
          </ac:spMkLst>
        </pc:spChg>
        <pc:spChg chg="add del">
          <ac:chgData name="Tharammal, Archana" userId="S::at4011@hw.ac.uk::cb1b655c-6e7b-4d8c-9f8b-a61e8ac55026" providerId="AD" clId="Web-{8B806711-AE4E-8198-01B1-64D7456497EE}" dt="2024-11-27T06:22:33.182" v="268"/>
          <ac:spMkLst>
            <pc:docMk/>
            <pc:sldMk cId="949147077" sldId="310"/>
            <ac:spMk id="9" creationId="{BFABBCE0-E08C-4BBE-9FD2-E2B253D4D5F2}"/>
          </ac:spMkLst>
        </pc:spChg>
        <pc:spChg chg="add">
          <ac:chgData name="Tharammal, Archana" userId="S::at4011@hw.ac.uk::cb1b655c-6e7b-4d8c-9f8b-a61e8ac55026" providerId="AD" clId="Web-{8B806711-AE4E-8198-01B1-64D7456497EE}" dt="2024-11-27T06:22:33.213" v="269"/>
          <ac:spMkLst>
            <pc:docMk/>
            <pc:sldMk cId="949147077" sldId="310"/>
            <ac:spMk id="10" creationId="{F875149D-F692-45DA-8324-D5E0193D5FC4}"/>
          </ac:spMkLst>
        </pc:spChg>
        <pc:spChg chg="add del">
          <ac:chgData name="Tharammal, Archana" userId="S::at4011@hw.ac.uk::cb1b655c-6e7b-4d8c-9f8b-a61e8ac55026" providerId="AD" clId="Web-{8B806711-AE4E-8198-01B1-64D7456497EE}" dt="2024-11-27T06:22:33.182" v="268"/>
          <ac:spMkLst>
            <pc:docMk/>
            <pc:sldMk cId="949147077" sldId="310"/>
            <ac:spMk id="11" creationId="{FF426BAC-43D6-468E-B6FF-167034D5CE43}"/>
          </ac:spMkLst>
        </pc:spChg>
        <pc:spChg chg="add">
          <ac:chgData name="Tharammal, Archana" userId="S::at4011@hw.ac.uk::cb1b655c-6e7b-4d8c-9f8b-a61e8ac55026" providerId="AD" clId="Web-{8B806711-AE4E-8198-01B1-64D7456497EE}" dt="2024-11-27T06:22:33.213" v="269"/>
          <ac:spMkLst>
            <pc:docMk/>
            <pc:sldMk cId="949147077" sldId="310"/>
            <ac:spMk id="12" creationId="{C0B19935-C760-4698-9DD1-973C8A428D26}"/>
          </ac:spMkLst>
        </pc:spChg>
        <pc:spChg chg="add del">
          <ac:chgData name="Tharammal, Archana" userId="S::at4011@hw.ac.uk::cb1b655c-6e7b-4d8c-9f8b-a61e8ac55026" providerId="AD" clId="Web-{8B806711-AE4E-8198-01B1-64D7456497EE}" dt="2024-11-27T06:22:33.182" v="268"/>
          <ac:spMkLst>
            <pc:docMk/>
            <pc:sldMk cId="949147077" sldId="310"/>
            <ac:spMk id="13" creationId="{FB02D80E-5995-4C54-8387-5893C2C89473}"/>
          </ac:spMkLst>
        </pc:spChg>
        <pc:spChg chg="add">
          <ac:chgData name="Tharammal, Archana" userId="S::at4011@hw.ac.uk::cb1b655c-6e7b-4d8c-9f8b-a61e8ac55026" providerId="AD" clId="Web-{8B806711-AE4E-8198-01B1-64D7456497EE}" dt="2024-11-27T06:22:33.213" v="269"/>
          <ac:spMkLst>
            <pc:docMk/>
            <pc:sldMk cId="949147077" sldId="310"/>
            <ac:spMk id="14" creationId="{08990612-E008-4F02-AEBB-B140BE753558}"/>
          </ac:spMkLst>
        </pc:spChg>
        <pc:spChg chg="add del">
          <ac:chgData name="Tharammal, Archana" userId="S::at4011@hw.ac.uk::cb1b655c-6e7b-4d8c-9f8b-a61e8ac55026" providerId="AD" clId="Web-{8B806711-AE4E-8198-01B1-64D7456497EE}" dt="2024-11-27T06:22:33.182" v="268"/>
          <ac:spMkLst>
            <pc:docMk/>
            <pc:sldMk cId="949147077" sldId="310"/>
            <ac:spMk id="15" creationId="{896083C8-1401-4950-AF56-E2FAFE42D656}"/>
          </ac:spMkLst>
        </pc:spChg>
        <pc:spChg chg="add">
          <ac:chgData name="Tharammal, Archana" userId="S::at4011@hw.ac.uk::cb1b655c-6e7b-4d8c-9f8b-a61e8ac55026" providerId="AD" clId="Web-{8B806711-AE4E-8198-01B1-64D7456497EE}" dt="2024-11-27T06:22:33.213" v="269"/>
          <ac:spMkLst>
            <pc:docMk/>
            <pc:sldMk cId="949147077" sldId="310"/>
            <ac:spMk id="16" creationId="{A310A41F-3A14-4150-B6CF-0A577DDDEAD2}"/>
          </ac:spMkLst>
        </pc:spChg>
        <pc:spChg chg="add mod">
          <ac:chgData name="Tharammal, Archana" userId="S::at4011@hw.ac.uk::cb1b655c-6e7b-4d8c-9f8b-a61e8ac55026" providerId="AD" clId="Web-{8B806711-AE4E-8198-01B1-64D7456497EE}" dt="2024-11-27T06:23:07.450" v="271" actId="14100"/>
          <ac:spMkLst>
            <pc:docMk/>
            <pc:sldMk cId="949147077" sldId="310"/>
            <ac:spMk id="17" creationId="{9019334E-BBB1-87D6-545B-2617FCDC022F}"/>
          </ac:spMkLst>
        </pc:spChg>
        <pc:spChg chg="add">
          <ac:chgData name="Tharammal, Archana" userId="S::at4011@hw.ac.uk::cb1b655c-6e7b-4d8c-9f8b-a61e8ac55026" providerId="AD" clId="Web-{8B806711-AE4E-8198-01B1-64D7456497EE}" dt="2024-11-27T06:22:33.213" v="269"/>
          <ac:spMkLst>
            <pc:docMk/>
            <pc:sldMk cId="949147077" sldId="310"/>
            <ac:spMk id="18" creationId="{7B89EEFD-93BC-4ACF-962C-E6279E72B00B}"/>
          </ac:spMkLst>
        </pc:spChg>
        <pc:graphicFrameChg chg="add del">
          <ac:chgData name="Tharammal, Archana" userId="S::at4011@hw.ac.uk::cb1b655c-6e7b-4d8c-9f8b-a61e8ac55026" providerId="AD" clId="Web-{8B806711-AE4E-8198-01B1-64D7456497EE}" dt="2024-11-27T06:22:33.182" v="268"/>
          <ac:graphicFrameMkLst>
            <pc:docMk/>
            <pc:sldMk cId="949147077" sldId="310"/>
            <ac:graphicFrameMk id="5" creationId="{16AE42D3-62B4-8729-85C7-41F36CEB36A5}"/>
          </ac:graphicFrameMkLst>
        </pc:graphicFrameChg>
        <pc:picChg chg="add del">
          <ac:chgData name="Tharammal, Archana" userId="S::at4011@hw.ac.uk::cb1b655c-6e7b-4d8c-9f8b-a61e8ac55026" providerId="AD" clId="Web-{8B806711-AE4E-8198-01B1-64D7456497EE}" dt="2024-11-27T06:23:02.293" v="270"/>
          <ac:picMkLst>
            <pc:docMk/>
            <pc:sldMk cId="949147077" sldId="310"/>
            <ac:picMk id="7" creationId="{F19F16A0-4827-8AFD-40D0-60575790E476}"/>
          </ac:picMkLst>
        </pc:picChg>
      </pc:sldChg>
    </pc:docChg>
  </pc:docChgLst>
  <pc:docChgLst>
    <pc:chgData name="RAFEEK, DIAB RAFEEK" userId="S::mdr3000@hw.ac.uk::dc8ca6ff-ac8b-4d02-95e0-83744d1399c6" providerId="AD" clId="Web-{7160D051-8817-402E-00EE-5BD45654A498}"/>
    <pc:docChg chg="modSld">
      <pc:chgData name="RAFEEK, DIAB RAFEEK" userId="S::mdr3000@hw.ac.uk::dc8ca6ff-ac8b-4d02-95e0-83744d1399c6" providerId="AD" clId="Web-{7160D051-8817-402E-00EE-5BD45654A498}" dt="2024-11-28T14:58:36.973" v="88"/>
      <pc:docMkLst>
        <pc:docMk/>
      </pc:docMkLst>
      <pc:sldChg chg="addSp modSp">
        <pc:chgData name="RAFEEK, DIAB RAFEEK" userId="S::mdr3000@hw.ac.uk::dc8ca6ff-ac8b-4d02-95e0-83744d1399c6" providerId="AD" clId="Web-{7160D051-8817-402E-00EE-5BD45654A498}" dt="2024-11-28T14:58:36.973" v="88"/>
        <pc:sldMkLst>
          <pc:docMk/>
          <pc:sldMk cId="1039759085" sldId="256"/>
        </pc:sldMkLst>
        <pc:spChg chg="add mod">
          <ac:chgData name="RAFEEK, DIAB RAFEEK" userId="S::mdr3000@hw.ac.uk::dc8ca6ff-ac8b-4d02-95e0-83744d1399c6" providerId="AD" clId="Web-{7160D051-8817-402E-00EE-5BD45654A498}" dt="2024-11-28T14:58:36.973" v="88"/>
          <ac:spMkLst>
            <pc:docMk/>
            <pc:sldMk cId="1039759085" sldId="256"/>
            <ac:spMk id="2" creationId="{DF9804C9-FA32-BC6F-8443-10FF2B8E44D6}"/>
          </ac:spMkLst>
        </pc:spChg>
        <pc:spChg chg="mod">
          <ac:chgData name="RAFEEK, DIAB RAFEEK" userId="S::mdr3000@hw.ac.uk::dc8ca6ff-ac8b-4d02-95e0-83744d1399c6" providerId="AD" clId="Web-{7160D051-8817-402E-00EE-5BD45654A498}" dt="2024-11-28T14:46:16.636" v="3" actId="20577"/>
          <ac:spMkLst>
            <pc:docMk/>
            <pc:sldMk cId="1039759085" sldId="256"/>
            <ac:spMk id="8" creationId="{479F0267-9D1C-BDA9-A152-B01CD379FC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11/28/2024</a:t>
            </a:fld>
            <a:endParaRPr lang="en-US"/>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a:p>
        </p:txBody>
      </p:sp>
    </p:spTree>
    <p:extLst>
      <p:ext uri="{BB962C8B-B14F-4D97-AF65-F5344CB8AC3E}">
        <p14:creationId xmlns:p14="http://schemas.microsoft.com/office/powerpoint/2010/main" val="990704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a:p>
        </p:txBody>
      </p:sp>
    </p:spTree>
    <p:extLst>
      <p:ext uri="{BB962C8B-B14F-4D97-AF65-F5344CB8AC3E}">
        <p14:creationId xmlns:p14="http://schemas.microsoft.com/office/powerpoint/2010/main" val="3509670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a:p>
        </p:txBody>
      </p:sp>
    </p:spTree>
    <p:extLst>
      <p:ext uri="{BB962C8B-B14F-4D97-AF65-F5344CB8AC3E}">
        <p14:creationId xmlns:p14="http://schemas.microsoft.com/office/powerpoint/2010/main" val="3734319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a:p>
        </p:txBody>
      </p:sp>
    </p:spTree>
    <p:extLst>
      <p:ext uri="{BB962C8B-B14F-4D97-AF65-F5344CB8AC3E}">
        <p14:creationId xmlns:p14="http://schemas.microsoft.com/office/powerpoint/2010/main" val="2997097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17</a:t>
            </a:fld>
            <a:endParaRPr lang="en-US"/>
          </a:p>
        </p:txBody>
      </p:sp>
    </p:spTree>
    <p:extLst>
      <p:ext uri="{BB962C8B-B14F-4D97-AF65-F5344CB8AC3E}">
        <p14:creationId xmlns:p14="http://schemas.microsoft.com/office/powerpoint/2010/main" val="1657027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20XX</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20XX</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20XX</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a:t>Click to add title</a:t>
            </a:r>
            <a:endParaRPr lang="en-US">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a:t>Click to add text </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748583640"/>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29685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r>
              <a:rPr lang="en-US"/>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55291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r>
              <a:rPr lang="en-US"/>
              <a:t>Click icon to add table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386264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5" r:id="rId13"/>
    <p:sldLayoutId id="2147483816" r:id="rId14"/>
    <p:sldLayoutId id="2147483819" r:id="rId15"/>
    <p:sldLayoutId id="2147483821" r:id="rId16"/>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r>
              <a:rPr lang="en-US"/>
              <a:t>Predicting Myocardial Infarction: A Comparative Analysis of ALGORITHMS on PATIENT Data and Image-Based Classification of ECG Patterns</a:t>
            </a:r>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p:pic>
      <p:sp>
        <p:nvSpPr>
          <p:cNvPr id="2" name="TextBox 1">
            <a:extLst>
              <a:ext uri="{FF2B5EF4-FFF2-40B4-BE49-F238E27FC236}">
                <a16:creationId xmlns:a16="http://schemas.microsoft.com/office/drawing/2014/main" id="{DF9804C9-FA32-BC6F-8443-10FF2B8E44D6}"/>
              </a:ext>
            </a:extLst>
          </p:cNvPr>
          <p:cNvSpPr txBox="1"/>
          <p:nvPr/>
        </p:nvSpPr>
        <p:spPr>
          <a:xfrm>
            <a:off x="9772315" y="3871980"/>
            <a:ext cx="1727201" cy="2031325"/>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solidFill>
              </a:rPr>
              <a:t>Group 10 Members :</a:t>
            </a:r>
          </a:p>
          <a:p>
            <a:r>
              <a:rPr lang="en-US">
                <a:solidFill>
                  <a:schemeClr val="tx1"/>
                </a:solidFill>
              </a:rPr>
              <a:t>Archana </a:t>
            </a:r>
          </a:p>
          <a:p>
            <a:r>
              <a:rPr lang="en-US">
                <a:solidFill>
                  <a:schemeClr val="tx1"/>
                </a:solidFill>
              </a:rPr>
              <a:t>Sana</a:t>
            </a:r>
          </a:p>
          <a:p>
            <a:r>
              <a:rPr lang="en-US">
                <a:solidFill>
                  <a:schemeClr val="tx1"/>
                </a:solidFill>
              </a:rPr>
              <a:t>Diab</a:t>
            </a:r>
          </a:p>
          <a:p>
            <a:r>
              <a:rPr lang="en-US">
                <a:solidFill>
                  <a:schemeClr val="tx1"/>
                </a:solidFill>
              </a:rPr>
              <a:t>Harshitha </a:t>
            </a:r>
          </a:p>
          <a:p>
            <a:r>
              <a:rPr lang="en-US" err="1">
                <a:solidFill>
                  <a:schemeClr val="tx1"/>
                </a:solidFill>
              </a:rPr>
              <a:t>Furwa</a:t>
            </a:r>
            <a:r>
              <a:rPr lang="en-US">
                <a:solidFill>
                  <a:schemeClr val="tx1"/>
                </a:solidFill>
              </a:rPr>
              <a:t> </a:t>
            </a: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p:txBody>
          <a:bodyPr/>
          <a:lstStyle/>
          <a:p>
            <a:r>
              <a:rPr lang="en-US" b="1"/>
              <a:t>MYOCARDIAL INFARCTION: A Global LIFE THREAT</a:t>
            </a:r>
            <a:endParaRPr lang="en-US"/>
          </a:p>
        </p:txBody>
      </p:sp>
      <p:sp>
        <p:nvSpPr>
          <p:cNvPr id="10" name="Content Placeholder 9">
            <a:extLst>
              <a:ext uri="{FF2B5EF4-FFF2-40B4-BE49-F238E27FC236}">
                <a16:creationId xmlns:a16="http://schemas.microsoft.com/office/drawing/2014/main" id="{C9475E86-FFB0-87BC-084C-C728916152B0}"/>
              </a:ext>
            </a:extLst>
          </p:cNvPr>
          <p:cNvSpPr>
            <a:spLocks noGrp="1"/>
          </p:cNvSpPr>
          <p:nvPr>
            <p:ph sz="quarter" idx="4"/>
          </p:nvPr>
        </p:nvSpPr>
        <p:spPr/>
        <p:txBody>
          <a:bodyPr>
            <a:normAutofit/>
          </a:bodyPr>
          <a:lstStyle/>
          <a:p>
            <a:r>
              <a:rPr lang="en-US"/>
              <a:t>Myocardial Infarction (MI) is one of the leading causes of death worldwide.</a:t>
            </a:r>
          </a:p>
          <a:p>
            <a:r>
              <a:rPr lang="en-US"/>
              <a:t>According to Rohani et al. (2022), 18.8% of the patients hospitalized with MI diagnosis pass away, making it a major public health concern.</a:t>
            </a:r>
          </a:p>
          <a:p>
            <a:r>
              <a:rPr lang="en-US"/>
              <a:t>Early diagnosis can significantly reduce the risk of MI and prevent possible death in patients.</a:t>
            </a:r>
          </a:p>
          <a:p>
            <a:r>
              <a:rPr lang="en-US"/>
              <a:t>Machine learning can analyze vast amounts of patient data, uncover hidden patterns, and predict the likelihood of MI more accurately than traditional methods.</a:t>
            </a:r>
          </a:p>
        </p:txBody>
      </p:sp>
      <p:pic>
        <p:nvPicPr>
          <p:cNvPr id="7" name="Picture Placeholder 6" descr="A human heart with a pulse line&#10;&#10;Description automatically generated">
            <a:extLst>
              <a:ext uri="{FF2B5EF4-FFF2-40B4-BE49-F238E27FC236}">
                <a16:creationId xmlns:a16="http://schemas.microsoft.com/office/drawing/2014/main" id="{BF2C6D75-5425-610E-338D-BA223CF86E84}"/>
              </a:ext>
            </a:extLst>
          </p:cNvPr>
          <p:cNvPicPr>
            <a:picLocks noGrp="1" noChangeAspect="1"/>
          </p:cNvPicPr>
          <p:nvPr>
            <p:ph type="pic" sz="quarter" idx="19"/>
          </p:nvPr>
        </p:nvPicPr>
        <p:blipFill>
          <a:blip r:embed="rId3"/>
          <a:srcRect t="35757" b="35757"/>
          <a:stretch>
            <a:fillRect/>
          </a:stretch>
        </p:blipFill>
        <p:spPr>
          <a:xfrm>
            <a:off x="446157" y="482821"/>
            <a:ext cx="11267440" cy="2139696"/>
          </a:xfrm>
        </p:spPr>
      </p:pic>
      <p:sp>
        <p:nvSpPr>
          <p:cNvPr id="3" name="TextBox 2">
            <a:extLst>
              <a:ext uri="{FF2B5EF4-FFF2-40B4-BE49-F238E27FC236}">
                <a16:creationId xmlns:a16="http://schemas.microsoft.com/office/drawing/2014/main" id="{DCB89AB2-7906-CDAC-8429-34F2A7A32383}"/>
              </a:ext>
            </a:extLst>
          </p:cNvPr>
          <p:cNvSpPr txBox="1"/>
          <p:nvPr/>
        </p:nvSpPr>
        <p:spPr>
          <a:xfrm>
            <a:off x="568374" y="1714784"/>
            <a:ext cx="717163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solidFill>
                  <a:schemeClr val="bg1">
                    <a:lumMod val="95000"/>
                  </a:schemeClr>
                </a:solidFill>
              </a:rPr>
              <a:t>HYPOTHESIS</a:t>
            </a:r>
          </a:p>
        </p:txBody>
      </p:sp>
    </p:spTree>
    <p:extLst>
      <p:ext uri="{BB962C8B-B14F-4D97-AF65-F5344CB8AC3E}">
        <p14:creationId xmlns:p14="http://schemas.microsoft.com/office/powerpoint/2010/main" val="3695820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1" name="Rectangle 40">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a:xfrm>
            <a:off x="771148" y="1037967"/>
            <a:ext cx="3054091" cy="4709131"/>
          </a:xfrm>
        </p:spPr>
        <p:txBody>
          <a:bodyPr vert="horz" lIns="91440" tIns="45720" rIns="91440" bIns="45720" rtlCol="0" anchor="ctr">
            <a:normAutofit/>
          </a:bodyPr>
          <a:lstStyle/>
          <a:p>
            <a:r>
              <a:rPr lang="en-US" b="0" kern="1200" cap="all">
                <a:solidFill>
                  <a:srgbClr val="FFFEFF"/>
                </a:solidFill>
                <a:latin typeface="+mj-lt"/>
                <a:ea typeface="+mj-ea"/>
                <a:cs typeface="+mj-cs"/>
              </a:rPr>
              <a:t>Dataset 1: Heart Disease (</a:t>
            </a:r>
            <a:r>
              <a:rPr lang="en-US" b="0" kern="1200" cap="all" err="1">
                <a:solidFill>
                  <a:srgbClr val="FFFEFF"/>
                </a:solidFill>
                <a:latin typeface="+mj-lt"/>
                <a:ea typeface="+mj-ea"/>
                <a:cs typeface="+mj-cs"/>
              </a:rPr>
              <a:t>Statlog</a:t>
            </a:r>
            <a:r>
              <a:rPr lang="en-US" b="0" kern="1200" cap="all">
                <a:solidFill>
                  <a:srgbClr val="FFFEFF"/>
                </a:solidFill>
                <a:latin typeface="+mj-lt"/>
                <a:ea typeface="+mj-ea"/>
                <a:cs typeface="+mj-cs"/>
              </a:rPr>
              <a:t> Cleveland and Hungary)</a:t>
            </a:r>
          </a:p>
        </p:txBody>
      </p:sp>
      <p:sp>
        <p:nvSpPr>
          <p:cNvPr id="24" name="Content Placeholder 23">
            <a:extLst>
              <a:ext uri="{FF2B5EF4-FFF2-40B4-BE49-F238E27FC236}">
                <a16:creationId xmlns:a16="http://schemas.microsoft.com/office/drawing/2014/main" id="{4C1675C6-9CE1-3D87-365F-B3DB1F59CE68}"/>
              </a:ext>
            </a:extLst>
          </p:cNvPr>
          <p:cNvSpPr>
            <a:spLocks noGrp="1"/>
          </p:cNvSpPr>
          <p:nvPr>
            <p:ph sz="half" idx="1"/>
          </p:nvPr>
        </p:nvSpPr>
        <p:spPr>
          <a:xfrm>
            <a:off x="4534935" y="1037968"/>
            <a:ext cx="6725899" cy="4820832"/>
          </a:xfrm>
        </p:spPr>
        <p:txBody>
          <a:bodyPr vert="horz" lIns="91440" tIns="45720" rIns="91440" bIns="45720" rtlCol="0" anchor="ctr">
            <a:normAutofit/>
          </a:bodyPr>
          <a:lstStyle/>
          <a:p>
            <a:pPr>
              <a:buFont typeface="Wingdings 2" panose="05020102010507070707" pitchFamily="18" charset="2"/>
              <a:buChar char=""/>
            </a:pPr>
            <a:r>
              <a:rPr lang="en-US"/>
              <a:t>Classes: 2 (Presence or absence of heart disease)</a:t>
            </a:r>
          </a:p>
          <a:p>
            <a:pPr>
              <a:buFont typeface="Wingdings 2" panose="05020102010507070707" pitchFamily="18" charset="2"/>
              <a:buChar char=""/>
            </a:pPr>
            <a:r>
              <a:rPr lang="en-US"/>
              <a:t>Features: 12 attributes, including age, sex, chest pain type, resting blood pressure, cholesterol, fasting blood sugar, rest ECG, max heart rate, exercise-induced angina, and ST depression.</a:t>
            </a:r>
          </a:p>
          <a:p>
            <a:pPr>
              <a:buFont typeface="Wingdings 2" panose="05020102010507070707" pitchFamily="18" charset="2"/>
              <a:buChar char=""/>
            </a:pPr>
            <a:r>
              <a:rPr lang="en-US"/>
              <a:t>Examples: 1190 data points, 12 columns</a:t>
            </a:r>
          </a:p>
          <a:p>
            <a:pPr>
              <a:buFont typeface="Wingdings 2" panose="05020102010507070707" pitchFamily="18" charset="2"/>
              <a:buChar char=""/>
            </a:pPr>
            <a:r>
              <a:rPr lang="en-US"/>
              <a:t>Advantages: structured, tabular data, derived from clinical tests</a:t>
            </a:r>
          </a:p>
          <a:p>
            <a:pPr>
              <a:buFont typeface="Wingdings 2" panose="05020102010507070707" pitchFamily="18" charset="2"/>
              <a:buChar char=""/>
            </a:pPr>
            <a:r>
              <a:rPr lang="en-US"/>
              <a:t>Source: Heart Disease Dataset on Kaggle</a:t>
            </a:r>
          </a:p>
          <a:p>
            <a:pPr>
              <a:buFont typeface="Wingdings 2" panose="05020102010507070707" pitchFamily="18" charset="2"/>
              <a:buChar char=""/>
            </a:pPr>
            <a:r>
              <a:rPr lang="en-US"/>
              <a:t>Previous Use: This dataset has been widely used in various machine learning models to predict heart disease, including logistic regression, decision trees, and neural networks. It has been cited in studies focusing on CVD risk assessment using machine learning algorithms.</a:t>
            </a:r>
          </a:p>
        </p:txBody>
      </p:sp>
      <p:sp>
        <p:nvSpPr>
          <p:cNvPr id="2" name="Rectangle 1">
            <a:extLst>
              <a:ext uri="{FF2B5EF4-FFF2-40B4-BE49-F238E27FC236}">
                <a16:creationId xmlns:a16="http://schemas.microsoft.com/office/drawing/2014/main" id="{1ACEC91B-8FB3-96E7-1B66-F0A2FD4A5C17}"/>
              </a:ext>
            </a:extLst>
          </p:cNvPr>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var(--jp-code-font-family)"/>
              </a:rPr>
              <a:t>1190</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9977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D7F0B11-5AF3-1D12-4201-C1E09DF7D70D}"/>
              </a:ext>
            </a:extLst>
          </p:cNvPr>
          <p:cNvSpPr>
            <a:spLocks noGrp="1"/>
          </p:cNvSpPr>
          <p:nvPr>
            <p:ph type="title"/>
          </p:nvPr>
        </p:nvSpPr>
        <p:spPr/>
        <p:txBody>
          <a:bodyPr/>
          <a:lstStyle/>
          <a:p>
            <a:r>
              <a:rPr lang="en-US"/>
              <a:t>Dataset 1: Heart Disease (</a:t>
            </a:r>
            <a:r>
              <a:rPr lang="en-US" err="1"/>
              <a:t>Statlog</a:t>
            </a:r>
            <a:r>
              <a:rPr lang="en-US"/>
              <a:t> Cleveland and Hungary)</a:t>
            </a:r>
          </a:p>
        </p:txBody>
      </p:sp>
      <p:graphicFrame>
        <p:nvGraphicFramePr>
          <p:cNvPr id="2" name="Table 1">
            <a:extLst>
              <a:ext uri="{FF2B5EF4-FFF2-40B4-BE49-F238E27FC236}">
                <a16:creationId xmlns:a16="http://schemas.microsoft.com/office/drawing/2014/main" id="{26ADE463-2638-A87A-61E9-79C6A06E8F8D}"/>
              </a:ext>
            </a:extLst>
          </p:cNvPr>
          <p:cNvGraphicFramePr>
            <a:graphicFrameLocks noGrp="1"/>
          </p:cNvGraphicFramePr>
          <p:nvPr>
            <p:extLst>
              <p:ext uri="{D42A27DB-BD31-4B8C-83A1-F6EECF244321}">
                <p14:modId xmlns:p14="http://schemas.microsoft.com/office/powerpoint/2010/main" val="3072682527"/>
              </p:ext>
            </p:extLst>
          </p:nvPr>
        </p:nvGraphicFramePr>
        <p:xfrm>
          <a:off x="457199" y="1964265"/>
          <a:ext cx="11366498" cy="4240320"/>
        </p:xfrm>
        <a:graphic>
          <a:graphicData uri="http://schemas.openxmlformats.org/drawingml/2006/table">
            <a:tbl>
              <a:tblPr firstRow="1" bandRow="1">
                <a:tableStyleId>{912C8C85-51F0-491E-9774-3900AFEF0FD7}</a:tableStyleId>
              </a:tblPr>
              <a:tblGrid>
                <a:gridCol w="1033318">
                  <a:extLst>
                    <a:ext uri="{9D8B030D-6E8A-4147-A177-3AD203B41FA5}">
                      <a16:colId xmlns:a16="http://schemas.microsoft.com/office/drawing/2014/main" val="1142700980"/>
                    </a:ext>
                  </a:extLst>
                </a:gridCol>
                <a:gridCol w="1033318">
                  <a:extLst>
                    <a:ext uri="{9D8B030D-6E8A-4147-A177-3AD203B41FA5}">
                      <a16:colId xmlns:a16="http://schemas.microsoft.com/office/drawing/2014/main" val="1994346359"/>
                    </a:ext>
                  </a:extLst>
                </a:gridCol>
                <a:gridCol w="1033318">
                  <a:extLst>
                    <a:ext uri="{9D8B030D-6E8A-4147-A177-3AD203B41FA5}">
                      <a16:colId xmlns:a16="http://schemas.microsoft.com/office/drawing/2014/main" val="3011852828"/>
                    </a:ext>
                  </a:extLst>
                </a:gridCol>
                <a:gridCol w="1033318">
                  <a:extLst>
                    <a:ext uri="{9D8B030D-6E8A-4147-A177-3AD203B41FA5}">
                      <a16:colId xmlns:a16="http://schemas.microsoft.com/office/drawing/2014/main" val="2208416114"/>
                    </a:ext>
                  </a:extLst>
                </a:gridCol>
                <a:gridCol w="1033318">
                  <a:extLst>
                    <a:ext uri="{9D8B030D-6E8A-4147-A177-3AD203B41FA5}">
                      <a16:colId xmlns:a16="http://schemas.microsoft.com/office/drawing/2014/main" val="1440914377"/>
                    </a:ext>
                  </a:extLst>
                </a:gridCol>
                <a:gridCol w="1033318">
                  <a:extLst>
                    <a:ext uri="{9D8B030D-6E8A-4147-A177-3AD203B41FA5}">
                      <a16:colId xmlns:a16="http://schemas.microsoft.com/office/drawing/2014/main" val="3674813506"/>
                    </a:ext>
                  </a:extLst>
                </a:gridCol>
                <a:gridCol w="1033318">
                  <a:extLst>
                    <a:ext uri="{9D8B030D-6E8A-4147-A177-3AD203B41FA5}">
                      <a16:colId xmlns:a16="http://schemas.microsoft.com/office/drawing/2014/main" val="1909571047"/>
                    </a:ext>
                  </a:extLst>
                </a:gridCol>
                <a:gridCol w="1033318">
                  <a:extLst>
                    <a:ext uri="{9D8B030D-6E8A-4147-A177-3AD203B41FA5}">
                      <a16:colId xmlns:a16="http://schemas.microsoft.com/office/drawing/2014/main" val="1779413354"/>
                    </a:ext>
                  </a:extLst>
                </a:gridCol>
                <a:gridCol w="1033318">
                  <a:extLst>
                    <a:ext uri="{9D8B030D-6E8A-4147-A177-3AD203B41FA5}">
                      <a16:colId xmlns:a16="http://schemas.microsoft.com/office/drawing/2014/main" val="1052912678"/>
                    </a:ext>
                  </a:extLst>
                </a:gridCol>
                <a:gridCol w="1033318">
                  <a:extLst>
                    <a:ext uri="{9D8B030D-6E8A-4147-A177-3AD203B41FA5}">
                      <a16:colId xmlns:a16="http://schemas.microsoft.com/office/drawing/2014/main" val="314860624"/>
                    </a:ext>
                  </a:extLst>
                </a:gridCol>
                <a:gridCol w="1033318">
                  <a:extLst>
                    <a:ext uri="{9D8B030D-6E8A-4147-A177-3AD203B41FA5}">
                      <a16:colId xmlns:a16="http://schemas.microsoft.com/office/drawing/2014/main" val="1837121923"/>
                    </a:ext>
                  </a:extLst>
                </a:gridCol>
              </a:tblGrid>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age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sex</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chest pain type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resting bp s</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cholesterol</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fasting blood sugar</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resting ecg</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max heart rate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exercise angina</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oldpeak</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ST slope</a:t>
                      </a:r>
                    </a:p>
                  </a:txBody>
                  <a:tcPr marL="6350" marR="6350" marT="6350" marB="0" anchor="ctr"/>
                </a:tc>
                <a:extLst>
                  <a:ext uri="{0D108BD9-81ED-4DB2-BD59-A6C34878D82A}">
                    <a16:rowId xmlns:a16="http://schemas.microsoft.com/office/drawing/2014/main" val="2080291711"/>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140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289</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172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extLst>
                  <a:ext uri="{0D108BD9-81ED-4DB2-BD59-A6C34878D82A}">
                    <a16:rowId xmlns:a16="http://schemas.microsoft.com/office/drawing/2014/main" val="2080496084"/>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49</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3</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160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180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156</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extLst>
                  <a:ext uri="{0D108BD9-81ED-4DB2-BD59-A6C34878D82A}">
                    <a16:rowId xmlns:a16="http://schemas.microsoft.com/office/drawing/2014/main" val="4124944693"/>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37</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130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283</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98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extLst>
                  <a:ext uri="{0D108BD9-81ED-4DB2-BD59-A6C34878D82A}">
                    <a16:rowId xmlns:a16="http://schemas.microsoft.com/office/drawing/2014/main" val="2428595235"/>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138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214</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108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1.5</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extLst>
                  <a:ext uri="{0D108BD9-81ED-4DB2-BD59-A6C34878D82A}">
                    <a16:rowId xmlns:a16="http://schemas.microsoft.com/office/drawing/2014/main" val="1373235448"/>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DEBD-3AC7-AB56-0644-AB65CB4CEBDF}"/>
              </a:ext>
            </a:extLst>
          </p:cNvPr>
          <p:cNvSpPr>
            <a:spLocks noGrp="1"/>
          </p:cNvSpPr>
          <p:nvPr>
            <p:ph type="title"/>
          </p:nvPr>
        </p:nvSpPr>
        <p:spPr>
          <a:xfrm>
            <a:off x="700218" y="1656292"/>
            <a:ext cx="3150659" cy="2085869"/>
          </a:xfrm>
        </p:spPr>
        <p:txBody>
          <a:bodyPr vert="horz" lIns="91440" tIns="45720" rIns="91440" bIns="45720" rtlCol="0" anchor="b">
            <a:normAutofit/>
          </a:bodyPr>
          <a:lstStyle/>
          <a:p>
            <a:r>
              <a:rPr lang="en-US" sz="3300">
                <a:solidFill>
                  <a:srgbClr val="FFFFFF"/>
                </a:solidFill>
              </a:rPr>
              <a:t>Dataset 1: Visualization</a:t>
            </a:r>
          </a:p>
        </p:txBody>
      </p:sp>
      <p:pic>
        <p:nvPicPr>
          <p:cNvPr id="6" name="Picture 5" descr="A chart of different colored squares&#10;&#10;Description automatically generated">
            <a:extLst>
              <a:ext uri="{FF2B5EF4-FFF2-40B4-BE49-F238E27FC236}">
                <a16:creationId xmlns:a16="http://schemas.microsoft.com/office/drawing/2014/main" id="{E7B38DAD-5CE9-FB02-1E15-46FE6DCE9C78}"/>
              </a:ext>
            </a:extLst>
          </p:cNvPr>
          <p:cNvPicPr>
            <a:picLocks noChangeAspect="1"/>
          </p:cNvPicPr>
          <p:nvPr/>
        </p:nvPicPr>
        <p:blipFill>
          <a:blip r:embed="rId2"/>
          <a:stretch>
            <a:fillRect/>
          </a:stretch>
        </p:blipFill>
        <p:spPr>
          <a:xfrm>
            <a:off x="4622896" y="799041"/>
            <a:ext cx="2935125" cy="2487519"/>
          </a:xfrm>
          <a:prstGeom prst="rect">
            <a:avLst/>
          </a:prstGeom>
        </p:spPr>
      </p:pic>
      <p:pic>
        <p:nvPicPr>
          <p:cNvPr id="4" name="Picture 3" descr="A graph of distribution of resting data&#10;&#10;Description automatically generated">
            <a:extLst>
              <a:ext uri="{FF2B5EF4-FFF2-40B4-BE49-F238E27FC236}">
                <a16:creationId xmlns:a16="http://schemas.microsoft.com/office/drawing/2014/main" id="{5A323664-050E-6918-A159-2B5756902146}"/>
              </a:ext>
            </a:extLst>
          </p:cNvPr>
          <p:cNvPicPr>
            <a:picLocks noChangeAspect="1"/>
          </p:cNvPicPr>
          <p:nvPr/>
        </p:nvPicPr>
        <p:blipFill>
          <a:blip r:embed="rId3"/>
          <a:stretch>
            <a:fillRect/>
          </a:stretch>
        </p:blipFill>
        <p:spPr>
          <a:xfrm>
            <a:off x="8223232" y="1073193"/>
            <a:ext cx="3372551" cy="1939216"/>
          </a:xfrm>
          <a:prstGeom prst="rect">
            <a:avLst/>
          </a:prstGeom>
        </p:spPr>
      </p:pic>
      <p:pic>
        <p:nvPicPr>
          <p:cNvPr id="7" name="Picture 6" descr="A graph of a bar graph&#10;&#10;Description automatically generated">
            <a:extLst>
              <a:ext uri="{FF2B5EF4-FFF2-40B4-BE49-F238E27FC236}">
                <a16:creationId xmlns:a16="http://schemas.microsoft.com/office/drawing/2014/main" id="{FF21A5E7-B448-748C-8A8E-7C998DB3EAE9}"/>
              </a:ext>
            </a:extLst>
          </p:cNvPr>
          <p:cNvPicPr>
            <a:picLocks noChangeAspect="1"/>
          </p:cNvPicPr>
          <p:nvPr/>
        </p:nvPicPr>
        <p:blipFill>
          <a:blip r:embed="rId4"/>
          <a:stretch>
            <a:fillRect/>
          </a:stretch>
        </p:blipFill>
        <p:spPr>
          <a:xfrm>
            <a:off x="4437609" y="3742160"/>
            <a:ext cx="3305698" cy="2487537"/>
          </a:xfrm>
          <a:prstGeom prst="rect">
            <a:avLst/>
          </a:prstGeom>
        </p:spPr>
      </p:pic>
      <p:pic>
        <p:nvPicPr>
          <p:cNvPr id="5" name="Picture 4" descr="A diagram of a box plot&#10;&#10;Description automatically generated">
            <a:extLst>
              <a:ext uri="{FF2B5EF4-FFF2-40B4-BE49-F238E27FC236}">
                <a16:creationId xmlns:a16="http://schemas.microsoft.com/office/drawing/2014/main" id="{30F70F78-2691-3E80-FBBE-A4E675179308}"/>
              </a:ext>
            </a:extLst>
          </p:cNvPr>
          <p:cNvPicPr>
            <a:picLocks noChangeAspect="1"/>
          </p:cNvPicPr>
          <p:nvPr/>
        </p:nvPicPr>
        <p:blipFill>
          <a:blip r:embed="rId5"/>
          <a:stretch>
            <a:fillRect/>
          </a:stretch>
        </p:blipFill>
        <p:spPr>
          <a:xfrm>
            <a:off x="8223232" y="3852264"/>
            <a:ext cx="3372551" cy="2267329"/>
          </a:xfrm>
          <a:prstGeom prst="rect">
            <a:avLst/>
          </a:prstGeom>
        </p:spPr>
      </p:pic>
      <p:pic>
        <p:nvPicPr>
          <p:cNvPr id="3" name="Picture 2">
            <a:extLst>
              <a:ext uri="{FF2B5EF4-FFF2-40B4-BE49-F238E27FC236}">
                <a16:creationId xmlns:a16="http://schemas.microsoft.com/office/drawing/2014/main" id="{670B5BDE-DF22-D30E-6C72-4A46831BF229}"/>
              </a:ext>
            </a:extLst>
          </p:cNvPr>
          <p:cNvPicPr>
            <a:picLocks noChangeAspect="1"/>
          </p:cNvPicPr>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2104705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68917-1A26-ACC0-023E-DD2757445F3E}"/>
              </a:ext>
            </a:extLst>
          </p:cNvPr>
          <p:cNvSpPr>
            <a:spLocks noGrp="1"/>
          </p:cNvSpPr>
          <p:nvPr>
            <p:ph type="title"/>
          </p:nvPr>
        </p:nvSpPr>
        <p:spPr/>
        <p:txBody>
          <a:bodyPr/>
          <a:lstStyle/>
          <a:p>
            <a:r>
              <a:rPr lang="en-US"/>
              <a:t>Dataset 1: Pre-processing</a:t>
            </a:r>
            <a:endParaRPr lang="en-AE"/>
          </a:p>
        </p:txBody>
      </p:sp>
      <p:pic>
        <p:nvPicPr>
          <p:cNvPr id="5" name="Picture 4">
            <a:extLst>
              <a:ext uri="{FF2B5EF4-FFF2-40B4-BE49-F238E27FC236}">
                <a16:creationId xmlns:a16="http://schemas.microsoft.com/office/drawing/2014/main" id="{799307B4-5EF2-07B6-7A1B-3715730E3206}"/>
              </a:ext>
            </a:extLst>
          </p:cNvPr>
          <p:cNvPicPr>
            <a:picLocks noChangeAspect="1"/>
          </p:cNvPicPr>
          <p:nvPr/>
        </p:nvPicPr>
        <p:blipFill>
          <a:blip r:embed="rId2"/>
          <a:stretch>
            <a:fillRect/>
          </a:stretch>
        </p:blipFill>
        <p:spPr>
          <a:xfrm>
            <a:off x="757095" y="2755848"/>
            <a:ext cx="2543530" cy="952633"/>
          </a:xfrm>
          <a:prstGeom prst="rect">
            <a:avLst/>
          </a:prstGeom>
        </p:spPr>
      </p:pic>
      <p:pic>
        <p:nvPicPr>
          <p:cNvPr id="7" name="Picture 6">
            <a:extLst>
              <a:ext uri="{FF2B5EF4-FFF2-40B4-BE49-F238E27FC236}">
                <a16:creationId xmlns:a16="http://schemas.microsoft.com/office/drawing/2014/main" id="{6BA93E73-5CE7-2E06-09F4-B7BB6F74B6DB}"/>
              </a:ext>
            </a:extLst>
          </p:cNvPr>
          <p:cNvPicPr>
            <a:picLocks noChangeAspect="1"/>
          </p:cNvPicPr>
          <p:nvPr/>
        </p:nvPicPr>
        <p:blipFill>
          <a:blip r:embed="rId3"/>
          <a:stretch>
            <a:fillRect/>
          </a:stretch>
        </p:blipFill>
        <p:spPr>
          <a:xfrm>
            <a:off x="8205552" y="2726136"/>
            <a:ext cx="3124703" cy="2975043"/>
          </a:xfrm>
          <a:prstGeom prst="rect">
            <a:avLst/>
          </a:prstGeom>
        </p:spPr>
      </p:pic>
      <p:pic>
        <p:nvPicPr>
          <p:cNvPr id="9" name="Picture 8">
            <a:extLst>
              <a:ext uri="{FF2B5EF4-FFF2-40B4-BE49-F238E27FC236}">
                <a16:creationId xmlns:a16="http://schemas.microsoft.com/office/drawing/2014/main" id="{DE052409-BB71-6A60-FFD0-B9027918D62B}"/>
              </a:ext>
            </a:extLst>
          </p:cNvPr>
          <p:cNvPicPr>
            <a:picLocks noChangeAspect="1"/>
          </p:cNvPicPr>
          <p:nvPr/>
        </p:nvPicPr>
        <p:blipFill>
          <a:blip r:embed="rId4"/>
          <a:stretch>
            <a:fillRect/>
          </a:stretch>
        </p:blipFill>
        <p:spPr>
          <a:xfrm>
            <a:off x="778854" y="4716455"/>
            <a:ext cx="2920883" cy="1436421"/>
          </a:xfrm>
          <a:prstGeom prst="rect">
            <a:avLst/>
          </a:prstGeom>
        </p:spPr>
      </p:pic>
      <p:sp>
        <p:nvSpPr>
          <p:cNvPr id="10" name="Table Placeholder 2">
            <a:extLst>
              <a:ext uri="{FF2B5EF4-FFF2-40B4-BE49-F238E27FC236}">
                <a16:creationId xmlns:a16="http://schemas.microsoft.com/office/drawing/2014/main" id="{AE65EF8C-A22F-262B-B262-3FDEED08E20B}"/>
              </a:ext>
            </a:extLst>
          </p:cNvPr>
          <p:cNvSpPr txBox="1">
            <a:spLocks/>
          </p:cNvSpPr>
          <p:nvPr/>
        </p:nvSpPr>
        <p:spPr>
          <a:xfrm>
            <a:off x="457199" y="2032280"/>
            <a:ext cx="3564193" cy="156866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Duplicate rows removal</a:t>
            </a:r>
          </a:p>
        </p:txBody>
      </p:sp>
      <p:sp>
        <p:nvSpPr>
          <p:cNvPr id="11" name="Table Placeholder 2">
            <a:extLst>
              <a:ext uri="{FF2B5EF4-FFF2-40B4-BE49-F238E27FC236}">
                <a16:creationId xmlns:a16="http://schemas.microsoft.com/office/drawing/2014/main" id="{40296A2D-F357-CBFC-FFD5-F94C79A19720}"/>
              </a:ext>
            </a:extLst>
          </p:cNvPr>
          <p:cNvSpPr txBox="1">
            <a:spLocks/>
          </p:cNvSpPr>
          <p:nvPr/>
        </p:nvSpPr>
        <p:spPr>
          <a:xfrm>
            <a:off x="7848953" y="2266967"/>
            <a:ext cx="3564193" cy="717755"/>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r>
              <a:rPr lang="en-US"/>
              <a:t>Cholesterol 0 values replaced:</a:t>
            </a:r>
          </a:p>
        </p:txBody>
      </p:sp>
      <p:sp>
        <p:nvSpPr>
          <p:cNvPr id="14" name="Table Placeholder 2">
            <a:extLst>
              <a:ext uri="{FF2B5EF4-FFF2-40B4-BE49-F238E27FC236}">
                <a16:creationId xmlns:a16="http://schemas.microsoft.com/office/drawing/2014/main" id="{6C55DF69-1857-1FA5-1F48-29B118DFA1E0}"/>
              </a:ext>
            </a:extLst>
          </p:cNvPr>
          <p:cNvSpPr txBox="1">
            <a:spLocks/>
          </p:cNvSpPr>
          <p:nvPr/>
        </p:nvSpPr>
        <p:spPr>
          <a:xfrm>
            <a:off x="457199" y="4155930"/>
            <a:ext cx="3564193" cy="156866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r>
              <a:rPr lang="en-US"/>
              <a:t>Removing outliers:</a:t>
            </a:r>
          </a:p>
        </p:txBody>
      </p:sp>
      <p:sp>
        <p:nvSpPr>
          <p:cNvPr id="15" name="Table Placeholder 2">
            <a:extLst>
              <a:ext uri="{FF2B5EF4-FFF2-40B4-BE49-F238E27FC236}">
                <a16:creationId xmlns:a16="http://schemas.microsoft.com/office/drawing/2014/main" id="{0DCCF606-8A94-2E52-8D25-E0A63AF14A37}"/>
              </a:ext>
            </a:extLst>
          </p:cNvPr>
          <p:cNvSpPr txBox="1">
            <a:spLocks/>
          </p:cNvSpPr>
          <p:nvPr/>
        </p:nvSpPr>
        <p:spPr>
          <a:xfrm>
            <a:off x="3970992" y="3358764"/>
            <a:ext cx="3564193" cy="717755"/>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r>
              <a:rPr lang="en-US"/>
              <a:t>Split train, test, and validation:</a:t>
            </a:r>
          </a:p>
        </p:txBody>
      </p:sp>
      <p:pic>
        <p:nvPicPr>
          <p:cNvPr id="17" name="Picture 16">
            <a:extLst>
              <a:ext uri="{FF2B5EF4-FFF2-40B4-BE49-F238E27FC236}">
                <a16:creationId xmlns:a16="http://schemas.microsoft.com/office/drawing/2014/main" id="{88FB61EF-8803-CC2F-9B05-EE248410CF24}"/>
              </a:ext>
            </a:extLst>
          </p:cNvPr>
          <p:cNvPicPr>
            <a:picLocks noChangeAspect="1"/>
          </p:cNvPicPr>
          <p:nvPr/>
        </p:nvPicPr>
        <p:blipFill>
          <a:blip r:embed="rId5"/>
          <a:stretch>
            <a:fillRect/>
          </a:stretch>
        </p:blipFill>
        <p:spPr>
          <a:xfrm>
            <a:off x="4913210" y="3832052"/>
            <a:ext cx="1775614" cy="647756"/>
          </a:xfrm>
          <a:prstGeom prst="rect">
            <a:avLst/>
          </a:prstGeom>
        </p:spPr>
      </p:pic>
    </p:spTree>
    <p:extLst>
      <p:ext uri="{BB962C8B-B14F-4D97-AF65-F5344CB8AC3E}">
        <p14:creationId xmlns:p14="http://schemas.microsoft.com/office/powerpoint/2010/main" val="809569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52">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53">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a:xfrm>
            <a:off x="609906" y="702155"/>
            <a:ext cx="3568661" cy="1269713"/>
          </a:xfrm>
        </p:spPr>
        <p:txBody>
          <a:bodyPr vert="horz" lIns="91440" tIns="45720" rIns="91440" bIns="45720" rtlCol="0" anchor="b">
            <a:normAutofit/>
          </a:bodyPr>
          <a:lstStyle/>
          <a:p>
            <a:r>
              <a:rPr lang="en-US"/>
              <a:t>Dataset 2: ECG Image Dataset</a:t>
            </a:r>
          </a:p>
        </p:txBody>
      </p:sp>
      <p:sp>
        <p:nvSpPr>
          <p:cNvPr id="55" name="Rectangle 54">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Content Placeholder 23">
            <a:extLst>
              <a:ext uri="{FF2B5EF4-FFF2-40B4-BE49-F238E27FC236}">
                <a16:creationId xmlns:a16="http://schemas.microsoft.com/office/drawing/2014/main" id="{4C1675C6-9CE1-3D87-365F-B3DB1F59CE68}"/>
              </a:ext>
            </a:extLst>
          </p:cNvPr>
          <p:cNvSpPr>
            <a:spLocks noGrp="1"/>
          </p:cNvSpPr>
          <p:nvPr>
            <p:ph sz="half" idx="1"/>
          </p:nvPr>
        </p:nvSpPr>
        <p:spPr>
          <a:xfrm>
            <a:off x="475248" y="2121826"/>
            <a:ext cx="3879936" cy="4278974"/>
          </a:xfrm>
        </p:spPr>
        <p:txBody>
          <a:bodyPr vert="horz" lIns="91440" tIns="45720" rIns="91440" bIns="45720" rtlCol="0" anchor="ctr">
            <a:normAutofit/>
          </a:bodyPr>
          <a:lstStyle/>
          <a:p>
            <a:pPr>
              <a:lnSpc>
                <a:spcPct val="90000"/>
              </a:lnSpc>
              <a:buFont typeface="Wingdings 2" panose="05020102010507070707" pitchFamily="18" charset="2"/>
              <a:buChar char=""/>
            </a:pPr>
            <a:r>
              <a:rPr lang="en-US" sz="1300"/>
              <a:t>Classes: 2 (Normal vs. Abnormal ECG readings)</a:t>
            </a:r>
          </a:p>
          <a:p>
            <a:pPr>
              <a:lnSpc>
                <a:spcPct val="90000"/>
              </a:lnSpc>
              <a:buFont typeface="Wingdings 2" panose="05020102010507070707" pitchFamily="18" charset="2"/>
              <a:buChar char=""/>
            </a:pPr>
            <a:r>
              <a:rPr lang="en-US" sz="1300"/>
              <a:t>Features: Image data representing ECG waveforms.</a:t>
            </a:r>
          </a:p>
          <a:p>
            <a:pPr>
              <a:lnSpc>
                <a:spcPct val="90000"/>
              </a:lnSpc>
              <a:buFont typeface="Wingdings 2" panose="05020102010507070707" pitchFamily="18" charset="2"/>
              <a:buChar char=""/>
            </a:pPr>
            <a:r>
              <a:rPr lang="en-US" sz="1300"/>
              <a:t>Examples: Thousands of ECG images with labels indicating normal or abnormal heart activity.</a:t>
            </a:r>
          </a:p>
          <a:p>
            <a:pPr>
              <a:lnSpc>
                <a:spcPct val="90000"/>
              </a:lnSpc>
              <a:buFont typeface="Wingdings 2" panose="05020102010507070707" pitchFamily="18" charset="2"/>
              <a:buChar char=""/>
            </a:pPr>
            <a:r>
              <a:rPr lang="en-US" sz="1300"/>
              <a:t>Advantages: ECG readings are a primary diagnostic tool for detecting heart conditions, automatically detect abnormalities, quicker diagnoses</a:t>
            </a:r>
          </a:p>
          <a:p>
            <a:pPr>
              <a:lnSpc>
                <a:spcPct val="90000"/>
              </a:lnSpc>
              <a:buFont typeface="Wingdings 2" panose="05020102010507070707" pitchFamily="18" charset="2"/>
              <a:buChar char=""/>
            </a:pPr>
            <a:r>
              <a:rPr lang="en-US" sz="1300"/>
              <a:t>Source: ECG Image Dataset on Kaggle</a:t>
            </a:r>
          </a:p>
          <a:p>
            <a:pPr>
              <a:lnSpc>
                <a:spcPct val="90000"/>
              </a:lnSpc>
              <a:buFont typeface="Wingdings 2" panose="05020102010507070707" pitchFamily="18" charset="2"/>
              <a:buChar char=""/>
            </a:pPr>
            <a:r>
              <a:rPr lang="en-US" sz="1300"/>
              <a:t>Previous Use: This dataset has been used in image classification models, specifically convolutional neural networks (CNNs), to detect heart conditions from ECG images. Research in this area has demonstrated high accuracy rates for models trained on these types of datasets.</a:t>
            </a:r>
          </a:p>
        </p:txBody>
      </p:sp>
      <p:pic>
        <p:nvPicPr>
          <p:cNvPr id="4" name="Picture 3">
            <a:extLst>
              <a:ext uri="{FF2B5EF4-FFF2-40B4-BE49-F238E27FC236}">
                <a16:creationId xmlns:a16="http://schemas.microsoft.com/office/drawing/2014/main" id="{577E7781-F24F-0EB6-B9A3-9ED4D203E84E}"/>
              </a:ext>
            </a:extLst>
          </p:cNvPr>
          <p:cNvPicPr>
            <a:picLocks noChangeAspect="1"/>
          </p:cNvPicPr>
          <p:nvPr/>
        </p:nvPicPr>
        <p:blipFill>
          <a:blip r:embed="rId3"/>
          <a:stretch>
            <a:fillRect/>
          </a:stretch>
        </p:blipFill>
        <p:spPr>
          <a:xfrm>
            <a:off x="4654296" y="1461296"/>
            <a:ext cx="6735272" cy="3754913"/>
          </a:xfrm>
          <a:prstGeom prst="rect">
            <a:avLst/>
          </a:prstGeom>
        </p:spPr>
      </p:pic>
    </p:spTree>
    <p:extLst>
      <p:ext uri="{BB962C8B-B14F-4D97-AF65-F5344CB8AC3E}">
        <p14:creationId xmlns:p14="http://schemas.microsoft.com/office/powerpoint/2010/main" val="246463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81AD-788E-F33F-DDD3-794C1555C99D}"/>
              </a:ext>
            </a:extLst>
          </p:cNvPr>
          <p:cNvSpPr>
            <a:spLocks noGrp="1"/>
          </p:cNvSpPr>
          <p:nvPr>
            <p:ph type="title"/>
          </p:nvPr>
        </p:nvSpPr>
        <p:spPr/>
        <p:txBody>
          <a:bodyPr/>
          <a:lstStyle/>
          <a:p>
            <a:r>
              <a:rPr lang="en-US" err="1"/>
              <a:t>DaTASET</a:t>
            </a:r>
            <a:r>
              <a:rPr lang="en-US"/>
              <a:t> 2: PREPROCESSING</a:t>
            </a:r>
          </a:p>
        </p:txBody>
      </p:sp>
      <p:pic>
        <p:nvPicPr>
          <p:cNvPr id="5" name="Content Placeholder 4" descr="A graph of a cardiogram&#10;&#10;Description automatically generated">
            <a:extLst>
              <a:ext uri="{FF2B5EF4-FFF2-40B4-BE49-F238E27FC236}">
                <a16:creationId xmlns:a16="http://schemas.microsoft.com/office/drawing/2014/main" id="{1BC99004-2086-9F4C-A379-D55EA45FD6FC}"/>
              </a:ext>
            </a:extLst>
          </p:cNvPr>
          <p:cNvPicPr>
            <a:picLocks noGrp="1" noChangeAspect="1"/>
          </p:cNvPicPr>
          <p:nvPr>
            <p:ph sz="half" idx="1"/>
          </p:nvPr>
        </p:nvPicPr>
        <p:blipFill>
          <a:blip r:embed="rId2"/>
          <a:srcRect r="38714" b="971"/>
          <a:stretch/>
        </p:blipFill>
        <p:spPr>
          <a:xfrm>
            <a:off x="4856672" y="2656029"/>
            <a:ext cx="6858334" cy="2395222"/>
          </a:xfrm>
        </p:spPr>
      </p:pic>
      <p:sp>
        <p:nvSpPr>
          <p:cNvPr id="8" name="Table Placeholder 2">
            <a:extLst>
              <a:ext uri="{FF2B5EF4-FFF2-40B4-BE49-F238E27FC236}">
                <a16:creationId xmlns:a16="http://schemas.microsoft.com/office/drawing/2014/main" id="{AA4942BE-9C1D-F963-5FAB-44F744EB2126}"/>
              </a:ext>
            </a:extLst>
          </p:cNvPr>
          <p:cNvSpPr txBox="1">
            <a:spLocks/>
          </p:cNvSpPr>
          <p:nvPr/>
        </p:nvSpPr>
        <p:spPr>
          <a:xfrm>
            <a:off x="600973" y="2650507"/>
            <a:ext cx="3693589" cy="276198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spcBef>
                <a:spcPts val="0"/>
              </a:spcBef>
              <a:spcAft>
                <a:spcPts val="0"/>
              </a:spcAft>
              <a:buNone/>
            </a:pPr>
            <a:r>
              <a:rPr lang="en-US"/>
              <a:t>The image preprocessing involves:</a:t>
            </a:r>
          </a:p>
          <a:p>
            <a:pPr marL="305435" indent="-305435">
              <a:spcBef>
                <a:spcPts val="0"/>
              </a:spcBef>
              <a:spcAft>
                <a:spcPts val="0"/>
              </a:spcAft>
            </a:pPr>
            <a:r>
              <a:rPr lang="en-US" sz="1600" err="1"/>
              <a:t>Grayscaling</a:t>
            </a:r>
            <a:endParaRPr lang="en-US" sz="1600"/>
          </a:p>
          <a:p>
            <a:pPr marL="305435" indent="-305435">
              <a:spcBef>
                <a:spcPts val="0"/>
              </a:spcBef>
              <a:spcAft>
                <a:spcPts val="0"/>
              </a:spcAft>
            </a:pPr>
            <a:r>
              <a:rPr lang="en-US" sz="1600"/>
              <a:t>Resizing</a:t>
            </a:r>
            <a:endParaRPr lang="en-US" sz="1600">
              <a:solidFill>
                <a:srgbClr val="000000"/>
              </a:solidFill>
            </a:endParaRPr>
          </a:p>
          <a:p>
            <a:pPr marL="305435" indent="-305435">
              <a:spcBef>
                <a:spcPts val="0"/>
              </a:spcBef>
              <a:spcAft>
                <a:spcPts val="0"/>
              </a:spcAft>
            </a:pPr>
            <a:r>
              <a:rPr lang="en-US" sz="1600"/>
              <a:t>Normalizing</a:t>
            </a:r>
            <a:endParaRPr lang="en-US" sz="1600">
              <a:solidFill>
                <a:srgbClr val="000000"/>
              </a:solidFill>
            </a:endParaRPr>
          </a:p>
          <a:p>
            <a:pPr marL="305435" indent="-305435">
              <a:spcBef>
                <a:spcPts val="0"/>
              </a:spcBef>
              <a:spcAft>
                <a:spcPts val="0"/>
              </a:spcAft>
            </a:pPr>
            <a:r>
              <a:rPr lang="en-US" sz="1600"/>
              <a:t>Flattening</a:t>
            </a:r>
            <a:endParaRPr lang="en-US" sz="1600">
              <a:solidFill>
                <a:srgbClr val="000000"/>
              </a:solidFill>
            </a:endParaRPr>
          </a:p>
          <a:p>
            <a:pPr marL="305435" indent="-305435">
              <a:spcBef>
                <a:spcPts val="0"/>
              </a:spcBef>
              <a:spcAft>
                <a:spcPts val="0"/>
              </a:spcAft>
            </a:pPr>
            <a:r>
              <a:rPr lang="en-US" sz="1600"/>
              <a:t>Rotations</a:t>
            </a:r>
            <a:endParaRPr lang="en-US" sz="1600">
              <a:solidFill>
                <a:srgbClr val="000000"/>
              </a:solidFill>
            </a:endParaRPr>
          </a:p>
          <a:p>
            <a:pPr marL="305435" indent="-305435">
              <a:spcBef>
                <a:spcPts val="0"/>
              </a:spcBef>
              <a:spcAft>
                <a:spcPts val="0"/>
              </a:spcAft>
            </a:pPr>
            <a:r>
              <a:rPr lang="en-US" sz="1600"/>
              <a:t>Shifting</a:t>
            </a:r>
            <a:endParaRPr lang="en-US" sz="1600">
              <a:solidFill>
                <a:srgbClr val="000000"/>
              </a:solidFill>
            </a:endParaRPr>
          </a:p>
          <a:p>
            <a:pPr marL="305435" indent="-305435">
              <a:spcBef>
                <a:spcPts val="0"/>
              </a:spcBef>
              <a:spcAft>
                <a:spcPts val="0"/>
              </a:spcAft>
            </a:pPr>
            <a:r>
              <a:rPr lang="en-US" sz="1600"/>
              <a:t>Gaussian Noise</a:t>
            </a:r>
            <a:endParaRPr lang="en-US" sz="1600">
              <a:solidFill>
                <a:srgbClr val="000000"/>
              </a:solidFill>
            </a:endParaRPr>
          </a:p>
          <a:p>
            <a:pPr marL="305435" indent="-305435">
              <a:spcBef>
                <a:spcPts val="0"/>
              </a:spcBef>
              <a:spcAft>
                <a:spcPts val="0"/>
              </a:spcAft>
            </a:pPr>
            <a:r>
              <a:rPr lang="en-US" sz="1600"/>
              <a:t>Brightness &amp; contrast</a:t>
            </a:r>
            <a:endParaRPr lang="en-US" sz="1600">
              <a:solidFill>
                <a:srgbClr val="000000"/>
              </a:solidFill>
            </a:endParaRPr>
          </a:p>
          <a:p>
            <a:pPr marL="305435" indent="-305435"/>
            <a:endParaRPr lang="en-US" sz="2000"/>
          </a:p>
        </p:txBody>
      </p:sp>
    </p:spTree>
    <p:extLst>
      <p:ext uri="{BB962C8B-B14F-4D97-AF65-F5344CB8AC3E}">
        <p14:creationId xmlns:p14="http://schemas.microsoft.com/office/powerpoint/2010/main" val="320256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22" name="Rectangle 21">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A93B691-E6A4-56CE-09F9-84EA471150E8}"/>
              </a:ext>
            </a:extLst>
          </p:cNvPr>
          <p:cNvSpPr>
            <a:spLocks noGrp="1"/>
          </p:cNvSpPr>
          <p:nvPr>
            <p:ph type="title"/>
          </p:nvPr>
        </p:nvSpPr>
        <p:spPr>
          <a:xfrm>
            <a:off x="803189" y="1209184"/>
            <a:ext cx="3089189" cy="4734416"/>
          </a:xfrm>
        </p:spPr>
        <p:txBody>
          <a:bodyPr vert="horz" lIns="91440" tIns="45720" rIns="91440" bIns="45720" rtlCol="0" anchor="ctr">
            <a:normAutofit/>
          </a:bodyPr>
          <a:lstStyle/>
          <a:p>
            <a:r>
              <a:rPr lang="en-US" sz="2800">
                <a:solidFill>
                  <a:srgbClr val="FFFFFF"/>
                </a:solidFill>
              </a:rPr>
              <a:t>Clustering</a:t>
            </a:r>
            <a:br>
              <a:rPr lang="en-US" sz="2800">
                <a:solidFill>
                  <a:srgbClr val="FFFFFF"/>
                </a:solidFill>
              </a:rPr>
            </a:br>
            <a:r>
              <a:rPr lang="en-US" sz="2800">
                <a:solidFill>
                  <a:srgbClr val="FFFFFF"/>
                </a:solidFill>
              </a:rPr>
              <a:t>K-MEANS</a:t>
            </a:r>
          </a:p>
        </p:txBody>
      </p:sp>
      <p:sp>
        <p:nvSpPr>
          <p:cNvPr id="9" name="Text Placeholder 8">
            <a:extLst>
              <a:ext uri="{FF2B5EF4-FFF2-40B4-BE49-F238E27FC236}">
                <a16:creationId xmlns:a16="http://schemas.microsoft.com/office/drawing/2014/main" id="{6ECB4BA7-3B28-B4F9-DEE1-76CB4DC30534}"/>
              </a:ext>
            </a:extLst>
          </p:cNvPr>
          <p:cNvSpPr>
            <a:spLocks noGrp="1"/>
          </p:cNvSpPr>
          <p:nvPr>
            <p:ph type="body" sz="half" idx="2"/>
          </p:nvPr>
        </p:nvSpPr>
        <p:spPr>
          <a:xfrm>
            <a:off x="4561870" y="723900"/>
            <a:ext cx="7183597" cy="3691623"/>
          </a:xfrm>
        </p:spPr>
        <p:txBody>
          <a:bodyPr vert="horz" lIns="91440" tIns="45720" rIns="91440" bIns="45720" rtlCol="0" anchor="ctr">
            <a:normAutofit fontScale="92500" lnSpcReduction="10000"/>
          </a:bodyPr>
          <a:lstStyle/>
          <a:p>
            <a:pPr>
              <a:buFont typeface="Arial" panose="05020102010507070707" pitchFamily="18" charset="2"/>
              <a:buChar char="•"/>
            </a:pPr>
            <a:r>
              <a:rPr lang="en-US" b="1">
                <a:ea typeface="+mn-lt"/>
                <a:cs typeface="+mn-lt"/>
              </a:rPr>
              <a:t>Optimal Clusters Determination</a:t>
            </a:r>
            <a:r>
              <a:rPr lang="en-US">
                <a:ea typeface="+mn-lt"/>
                <a:cs typeface="+mn-lt"/>
              </a:rPr>
              <a:t>: The Elbow method and silhouette analysis were used to determine the best value for k ; k=4 marked a knee point for diminishing returns, but k=3 was selected for its balance and cluster purity (79.2%).</a:t>
            </a:r>
            <a:endParaRPr lang="en-US"/>
          </a:p>
          <a:p>
            <a:pPr>
              <a:buFont typeface="Arial" panose="05020102010507070707" pitchFamily="18" charset="2"/>
              <a:buChar char="•"/>
            </a:pPr>
            <a:r>
              <a:rPr lang="en-US" b="1">
                <a:ea typeface="+mn-lt"/>
                <a:cs typeface="+mn-lt"/>
              </a:rPr>
              <a:t>Cluster Labeling</a:t>
            </a:r>
            <a:r>
              <a:rPr lang="en-US">
                <a:ea typeface="+mn-lt"/>
                <a:cs typeface="+mn-lt"/>
              </a:rPr>
              <a:t>: The dataset was augmented with a new column indicating the cluster (0, 1, or 2) for each record, enabling detailed group analysis.</a:t>
            </a:r>
            <a:endParaRPr lang="en-US"/>
          </a:p>
          <a:p>
            <a:pPr>
              <a:buFont typeface="Arial" panose="05020102010507070707" pitchFamily="18" charset="2"/>
              <a:buChar char="•"/>
            </a:pPr>
            <a:r>
              <a:rPr lang="en-US" b="1">
                <a:ea typeface="+mn-lt"/>
                <a:cs typeface="+mn-lt"/>
              </a:rPr>
              <a:t>Cluster 0 - Older Men Group with Lower Heart rate</a:t>
            </a:r>
            <a:r>
              <a:rPr lang="en-US">
                <a:ea typeface="+mn-lt"/>
                <a:cs typeface="+mn-lt"/>
              </a:rPr>
              <a:t>: Avg. age 57.7) with low max heart rates (121), predominantly male (88.8%), and a </a:t>
            </a:r>
            <a:r>
              <a:rPr lang="en-US" b="1">
                <a:ea typeface="+mn-lt"/>
                <a:cs typeface="+mn-lt"/>
              </a:rPr>
              <a:t>high</a:t>
            </a:r>
            <a:r>
              <a:rPr lang="en-US">
                <a:ea typeface="+mn-lt"/>
                <a:cs typeface="+mn-lt"/>
              </a:rPr>
              <a:t> incidence of exercise-induced angina (85.43%).</a:t>
            </a:r>
            <a:endParaRPr lang="en-US"/>
          </a:p>
          <a:p>
            <a:pPr>
              <a:buFont typeface="Arial" panose="05020102010507070707" pitchFamily="18" charset="2"/>
              <a:buChar char="•"/>
            </a:pPr>
            <a:r>
              <a:rPr lang="en-US" b="1">
                <a:ea typeface="+mn-lt"/>
                <a:cs typeface="+mn-lt"/>
              </a:rPr>
              <a:t>Cluster 1 - Younger Men/Women Group with Higher Heart Rate</a:t>
            </a:r>
            <a:r>
              <a:rPr lang="en-US">
                <a:ea typeface="+mn-lt"/>
                <a:cs typeface="+mn-lt"/>
              </a:rPr>
              <a:t>: Avg. age 49.55) with balanced gender distribution (56.57% male), high max heart rates (154), and </a:t>
            </a:r>
            <a:r>
              <a:rPr lang="en-US" b="1">
                <a:ea typeface="+mn-lt"/>
                <a:cs typeface="+mn-lt"/>
              </a:rPr>
              <a:t>low MI</a:t>
            </a:r>
            <a:r>
              <a:rPr lang="en-US">
                <a:ea typeface="+mn-lt"/>
                <a:cs typeface="+mn-lt"/>
              </a:rPr>
              <a:t> likelihood (13%).</a:t>
            </a:r>
            <a:endParaRPr lang="en-US"/>
          </a:p>
          <a:p>
            <a:pPr>
              <a:buFont typeface="Arial" panose="05020102010507070707" pitchFamily="18" charset="2"/>
              <a:buChar char="•"/>
            </a:pPr>
            <a:r>
              <a:rPr lang="en-US" b="1">
                <a:ea typeface="+mn-lt"/>
                <a:cs typeface="+mn-lt"/>
              </a:rPr>
              <a:t>Cluster 2 - Middle-Aged Group with Moderate Heart Rate</a:t>
            </a:r>
            <a:r>
              <a:rPr lang="en-US">
                <a:ea typeface="+mn-lt"/>
                <a:cs typeface="+mn-lt"/>
              </a:rPr>
              <a:t>: Middle-aged individuals (avg. age 51.94) with moderate max heart rates (138) and an </a:t>
            </a:r>
            <a:r>
              <a:rPr lang="en-US" b="1">
                <a:ea typeface="+mn-lt"/>
                <a:cs typeface="+mn-lt"/>
              </a:rPr>
              <a:t>intermediate MI</a:t>
            </a:r>
            <a:r>
              <a:rPr lang="en-US">
                <a:ea typeface="+mn-lt"/>
                <a:cs typeface="+mn-lt"/>
              </a:rPr>
              <a:t> likelihood (55%), requiring moderate attention</a:t>
            </a:r>
            <a:endParaRPr lang="en-US"/>
          </a:p>
          <a:p>
            <a:pPr>
              <a:buFont typeface="Wingdings 2" panose="05020102010507070707" pitchFamily="18" charset="2"/>
              <a:buChar char=""/>
            </a:pPr>
            <a:endParaRPr lang="en-US"/>
          </a:p>
        </p:txBody>
      </p:sp>
      <p:pic>
        <p:nvPicPr>
          <p:cNvPr id="11" name="Picture Placeholder 10" descr="A graph with a line&#10;&#10;Description automatically generated">
            <a:extLst>
              <a:ext uri="{FF2B5EF4-FFF2-40B4-BE49-F238E27FC236}">
                <a16:creationId xmlns:a16="http://schemas.microsoft.com/office/drawing/2014/main" id="{9FAAEBA9-DD2B-3DB2-101A-78768051E1E3}"/>
              </a:ext>
            </a:extLst>
          </p:cNvPr>
          <p:cNvPicPr>
            <a:picLocks noGrp="1" noChangeAspect="1"/>
          </p:cNvPicPr>
          <p:nvPr>
            <p:ph type="pic" idx="1"/>
          </p:nvPr>
        </p:nvPicPr>
        <p:blipFill>
          <a:blip r:embed="rId2"/>
          <a:srcRect l="2322" t="-1785" r="37" b="83"/>
          <a:stretch/>
        </p:blipFill>
        <p:spPr>
          <a:xfrm>
            <a:off x="4173134" y="4149588"/>
            <a:ext cx="8018770" cy="2234212"/>
          </a:xfrm>
          <a:prstGeom prst="rect">
            <a:avLst/>
          </a:prstGeom>
        </p:spPr>
      </p:pic>
    </p:spTree>
    <p:extLst>
      <p:ext uri="{BB962C8B-B14F-4D97-AF65-F5344CB8AC3E}">
        <p14:creationId xmlns:p14="http://schemas.microsoft.com/office/powerpoint/2010/main" val="251972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9" name="Rectangle 1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7FFC60D-7A42-0777-0F02-15B2AC8B0B17}"/>
              </a:ext>
            </a:extLst>
          </p:cNvPr>
          <p:cNvSpPr>
            <a:spLocks noGrp="1"/>
          </p:cNvSpPr>
          <p:nvPr>
            <p:ph type="title"/>
          </p:nvPr>
        </p:nvSpPr>
        <p:spPr>
          <a:xfrm>
            <a:off x="803189" y="1209184"/>
            <a:ext cx="3089189" cy="4734416"/>
          </a:xfrm>
        </p:spPr>
        <p:txBody>
          <a:bodyPr vert="horz" lIns="91440" tIns="45720" rIns="91440" bIns="45720" rtlCol="0" anchor="ctr">
            <a:normAutofit/>
          </a:bodyPr>
          <a:lstStyle/>
          <a:p>
            <a:pPr algn="ctr"/>
            <a:r>
              <a:rPr lang="en-US" b="1">
                <a:solidFill>
                  <a:srgbClr val="FFFFFF"/>
                </a:solidFill>
              </a:rPr>
              <a:t>ML ALGORITHMS</a:t>
            </a:r>
            <a:br>
              <a:rPr lang="en-US">
                <a:solidFill>
                  <a:srgbClr val="FFFFFF"/>
                </a:solidFill>
              </a:rPr>
            </a:br>
            <a:r>
              <a:rPr lang="en-US">
                <a:solidFill>
                  <a:srgbClr val="FFFFFF"/>
                </a:solidFill>
              </a:rPr>
              <a:t>1.LOGISTIC REGRESSION</a:t>
            </a:r>
            <a:endParaRPr lang="en-US"/>
          </a:p>
        </p:txBody>
      </p:sp>
      <p:sp>
        <p:nvSpPr>
          <p:cNvPr id="3" name="Content Placeholder 2">
            <a:extLst>
              <a:ext uri="{FF2B5EF4-FFF2-40B4-BE49-F238E27FC236}">
                <a16:creationId xmlns:a16="http://schemas.microsoft.com/office/drawing/2014/main" id="{EC66DF0D-0C74-91FE-F98C-7A8890170550}"/>
              </a:ext>
            </a:extLst>
          </p:cNvPr>
          <p:cNvSpPr>
            <a:spLocks noGrp="1"/>
          </p:cNvSpPr>
          <p:nvPr>
            <p:ph sz="half" idx="1"/>
          </p:nvPr>
        </p:nvSpPr>
        <p:spPr>
          <a:xfrm>
            <a:off x="4561870" y="723900"/>
            <a:ext cx="7183597" cy="3152362"/>
          </a:xfrm>
        </p:spPr>
        <p:txBody>
          <a:bodyPr vert="horz" lIns="91440" tIns="45720" rIns="91440" bIns="45720" rtlCol="0" anchor="ctr">
            <a:normAutofit/>
          </a:bodyPr>
          <a:lstStyle/>
          <a:p>
            <a:pPr marL="305435" indent="-305435"/>
            <a:r>
              <a:rPr lang="en-US"/>
              <a:t>A supervised classification algorithm calculating probabilities using the logistic sigmoid function.</a:t>
            </a:r>
          </a:p>
          <a:p>
            <a:pPr marL="305435" indent="-305435"/>
            <a:r>
              <a:rPr lang="en-US"/>
              <a:t>Applied to predict myocardial infarction (MI) using clinical features like age, blood pressure, and heart rate.</a:t>
            </a:r>
          </a:p>
          <a:p>
            <a:pPr marL="305435" indent="-305435"/>
            <a:r>
              <a:rPr lang="en-US"/>
              <a:t>Dataset split into training and testing sets; features standardized for better performance.</a:t>
            </a:r>
          </a:p>
          <a:p>
            <a:pPr marL="305435" indent="-305435"/>
            <a:r>
              <a:rPr lang="en-US"/>
              <a:t>Model evaluation includes confusion matrix, ROC curve, and accuracy score , showing reliable MI prediction.</a:t>
            </a:r>
          </a:p>
          <a:p>
            <a:pPr marL="305435" indent="-305435"/>
            <a:endParaRPr lang="en-US"/>
          </a:p>
        </p:txBody>
      </p:sp>
      <p:pic>
        <p:nvPicPr>
          <p:cNvPr id="5" name="Picture 4">
            <a:extLst>
              <a:ext uri="{FF2B5EF4-FFF2-40B4-BE49-F238E27FC236}">
                <a16:creationId xmlns:a16="http://schemas.microsoft.com/office/drawing/2014/main" id="{DD9697DA-B948-C6CD-B2BF-4E1C5AFB7337}"/>
              </a:ext>
            </a:extLst>
          </p:cNvPr>
          <p:cNvPicPr>
            <a:picLocks noChangeAspect="1"/>
          </p:cNvPicPr>
          <p:nvPr/>
        </p:nvPicPr>
        <p:blipFill>
          <a:blip r:embed="rId2"/>
          <a:stretch>
            <a:fillRect/>
          </a:stretch>
        </p:blipFill>
        <p:spPr>
          <a:xfrm>
            <a:off x="6101032" y="3902374"/>
            <a:ext cx="4648201" cy="2029365"/>
          </a:xfrm>
          <a:prstGeom prst="rect">
            <a:avLst/>
          </a:prstGeom>
        </p:spPr>
      </p:pic>
    </p:spTree>
    <p:extLst>
      <p:ext uri="{BB962C8B-B14F-4D97-AF65-F5344CB8AC3E}">
        <p14:creationId xmlns:p14="http://schemas.microsoft.com/office/powerpoint/2010/main" val="908952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34007E3-732A-9FF1-2889-45C0F440AD88}"/>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2.DECISION TREE</a:t>
            </a:r>
          </a:p>
        </p:txBody>
      </p:sp>
      <p:sp>
        <p:nvSpPr>
          <p:cNvPr id="3" name="Content Placeholder 2">
            <a:extLst>
              <a:ext uri="{FF2B5EF4-FFF2-40B4-BE49-F238E27FC236}">
                <a16:creationId xmlns:a16="http://schemas.microsoft.com/office/drawing/2014/main" id="{CE6B662E-5EA3-C1EF-856D-791D05BA4B1C}"/>
              </a:ext>
            </a:extLst>
          </p:cNvPr>
          <p:cNvSpPr>
            <a:spLocks noGrp="1"/>
          </p:cNvSpPr>
          <p:nvPr>
            <p:ph idx="1"/>
          </p:nvPr>
        </p:nvSpPr>
        <p:spPr>
          <a:xfrm>
            <a:off x="4561870" y="723900"/>
            <a:ext cx="7183597" cy="3152362"/>
          </a:xfrm>
        </p:spPr>
        <p:txBody>
          <a:bodyPr>
            <a:normAutofit/>
          </a:bodyPr>
          <a:lstStyle/>
          <a:p>
            <a:pPr marL="305435" indent="-305435">
              <a:lnSpc>
                <a:spcPct val="90000"/>
              </a:lnSpc>
            </a:pPr>
            <a:r>
              <a:rPr lang="en-US" sz="1500" b="1">
                <a:ea typeface="+mn-lt"/>
                <a:cs typeface="+mn-lt"/>
              </a:rPr>
              <a:t>Random Forest Structure</a:t>
            </a:r>
            <a:r>
              <a:rPr lang="en-US" sz="1500">
                <a:ea typeface="+mn-lt"/>
                <a:cs typeface="+mn-lt"/>
              </a:rPr>
              <a:t>: Utilizes a tree-like structure for classification and regression, with decision rules at nodes and outcomes at leaves.</a:t>
            </a:r>
            <a:endParaRPr lang="en-US" sz="1500"/>
          </a:p>
          <a:p>
            <a:pPr marL="305435" indent="-305435">
              <a:lnSpc>
                <a:spcPct val="90000"/>
              </a:lnSpc>
            </a:pPr>
            <a:r>
              <a:rPr lang="en-US" sz="1500" b="1">
                <a:ea typeface="+mn-lt"/>
                <a:cs typeface="+mn-lt"/>
              </a:rPr>
              <a:t>Limitations and Random Forest Solution</a:t>
            </a:r>
            <a:r>
              <a:rPr lang="en-US" sz="1500">
                <a:ea typeface="+mn-lt"/>
                <a:cs typeface="+mn-lt"/>
              </a:rPr>
              <a:t>: Single trees risk overfitting; Random Forest mitigates this by averaging predictions from multiple decision trees through ensemble learning.</a:t>
            </a:r>
            <a:endParaRPr lang="en-US" sz="1500"/>
          </a:p>
          <a:p>
            <a:pPr marL="305435" indent="-305435">
              <a:lnSpc>
                <a:spcPct val="90000"/>
              </a:lnSpc>
            </a:pPr>
            <a:r>
              <a:rPr lang="en-US" sz="1500" b="1">
                <a:ea typeface="+mn-lt"/>
                <a:cs typeface="+mn-lt"/>
              </a:rPr>
              <a:t>Model Optimization</a:t>
            </a:r>
            <a:r>
              <a:rPr lang="en-US" sz="1500">
                <a:ea typeface="+mn-lt"/>
                <a:cs typeface="+mn-lt"/>
              </a:rPr>
              <a:t>: Class weight balancing and </a:t>
            </a:r>
            <a:r>
              <a:rPr lang="en-US" sz="1500" err="1">
                <a:ea typeface="+mn-lt"/>
                <a:cs typeface="+mn-lt"/>
              </a:rPr>
              <a:t>GridSearch</a:t>
            </a:r>
            <a:r>
              <a:rPr lang="en-US" sz="1500">
                <a:ea typeface="+mn-lt"/>
                <a:cs typeface="+mn-lt"/>
              </a:rPr>
              <a:t> were applied to address imbalanced clusters, improving model performance.</a:t>
            </a:r>
            <a:endParaRPr lang="en-US" sz="1500"/>
          </a:p>
          <a:p>
            <a:pPr marL="305435" indent="-305435">
              <a:lnSpc>
                <a:spcPct val="90000"/>
              </a:lnSpc>
            </a:pPr>
            <a:r>
              <a:rPr lang="en-US" sz="1500" b="1">
                <a:ea typeface="+mn-lt"/>
                <a:cs typeface="+mn-lt"/>
              </a:rPr>
              <a:t>Performance Metrics</a:t>
            </a:r>
            <a:r>
              <a:rPr lang="en-US" sz="1500">
                <a:ea typeface="+mn-lt"/>
                <a:cs typeface="+mn-lt"/>
              </a:rPr>
              <a:t>: Achieved a validation accuracy of 92.70%, cross-validation accuracy of 91% (±0.02), and test accuracy of 90.03%, supported by balanced confusion matrices and ROC curves.</a:t>
            </a:r>
            <a:endParaRPr lang="en-US" sz="1500"/>
          </a:p>
          <a:p>
            <a:pPr marL="305435" indent="-305435">
              <a:lnSpc>
                <a:spcPct val="90000"/>
              </a:lnSpc>
            </a:pPr>
            <a:r>
              <a:rPr lang="en-US" sz="1500" b="1">
                <a:ea typeface="+mn-lt"/>
                <a:cs typeface="+mn-lt"/>
              </a:rPr>
              <a:t>Clinical Utility</a:t>
            </a:r>
            <a:r>
              <a:rPr lang="en-US" sz="1500">
                <a:ea typeface="+mn-lt"/>
                <a:cs typeface="+mn-lt"/>
              </a:rPr>
              <a:t>: Demonstrated significant predictive power, leveraging clinical data to assess MI risk based on patient cluster assignments.</a:t>
            </a:r>
            <a:endParaRPr lang="en-US" sz="1500"/>
          </a:p>
          <a:p>
            <a:pPr marL="305435" indent="-305435">
              <a:lnSpc>
                <a:spcPct val="90000"/>
              </a:lnSpc>
            </a:pPr>
            <a:endParaRPr lang="en-US" sz="1500"/>
          </a:p>
        </p:txBody>
      </p:sp>
      <p:pic>
        <p:nvPicPr>
          <p:cNvPr id="4" name="Picture 3">
            <a:extLst>
              <a:ext uri="{FF2B5EF4-FFF2-40B4-BE49-F238E27FC236}">
                <a16:creationId xmlns:a16="http://schemas.microsoft.com/office/drawing/2014/main" id="{180A64AA-B9E4-D0C2-9BBD-676150B4BE2B}"/>
              </a:ext>
            </a:extLst>
          </p:cNvPr>
          <p:cNvPicPr>
            <a:picLocks noChangeAspect="1"/>
          </p:cNvPicPr>
          <p:nvPr/>
        </p:nvPicPr>
        <p:blipFill>
          <a:blip r:embed="rId2"/>
          <a:stretch>
            <a:fillRect/>
          </a:stretch>
        </p:blipFill>
        <p:spPr>
          <a:xfrm>
            <a:off x="5699101" y="4149588"/>
            <a:ext cx="4909135" cy="2196838"/>
          </a:xfrm>
          <a:prstGeom prst="rect">
            <a:avLst/>
          </a:prstGeom>
        </p:spPr>
      </p:pic>
    </p:spTree>
    <p:extLst>
      <p:ext uri="{BB962C8B-B14F-4D97-AF65-F5344CB8AC3E}">
        <p14:creationId xmlns:p14="http://schemas.microsoft.com/office/powerpoint/2010/main" val="356169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B9047D7E-9069-90CB-DEC2-2C87EE205A52}"/>
              </a:ext>
            </a:extLst>
          </p:cNvPr>
          <p:cNvSpPr>
            <a:spLocks noGrp="1"/>
          </p:cNvSpPr>
          <p:nvPr>
            <p:ph type="title"/>
          </p:nvPr>
        </p:nvSpPr>
        <p:spPr>
          <a:xfrm>
            <a:off x="803189" y="1209184"/>
            <a:ext cx="3089189" cy="4734416"/>
          </a:xfrm>
        </p:spPr>
        <p:txBody>
          <a:bodyPr anchor="ctr">
            <a:normAutofit/>
          </a:bodyPr>
          <a:lstStyle/>
          <a:p>
            <a:r>
              <a:rPr lang="en-US" b="1">
                <a:solidFill>
                  <a:srgbClr val="FFFFFF"/>
                </a:solidFill>
              </a:rPr>
              <a:t>3.Naïve Bayes</a:t>
            </a:r>
            <a:endParaRPr lang="en-US">
              <a:solidFill>
                <a:srgbClr val="FFFFFF"/>
              </a:solidFill>
            </a:endParaRPr>
          </a:p>
          <a:p>
            <a:endParaRPr lang="en-US">
              <a:solidFill>
                <a:srgbClr val="FFFFFF"/>
              </a:solidFill>
            </a:endParaRPr>
          </a:p>
        </p:txBody>
      </p:sp>
      <p:sp>
        <p:nvSpPr>
          <p:cNvPr id="3" name="Content Placeholder 2">
            <a:extLst>
              <a:ext uri="{FF2B5EF4-FFF2-40B4-BE49-F238E27FC236}">
                <a16:creationId xmlns:a16="http://schemas.microsoft.com/office/drawing/2014/main" id="{11D8503C-A748-6A48-0DB9-6E5EDC8BB4B2}"/>
              </a:ext>
            </a:extLst>
          </p:cNvPr>
          <p:cNvSpPr>
            <a:spLocks noGrp="1"/>
          </p:cNvSpPr>
          <p:nvPr>
            <p:ph idx="1"/>
          </p:nvPr>
        </p:nvSpPr>
        <p:spPr>
          <a:xfrm>
            <a:off x="4561870" y="723900"/>
            <a:ext cx="7183597" cy="3152362"/>
          </a:xfrm>
        </p:spPr>
        <p:txBody>
          <a:bodyPr>
            <a:normAutofit lnSpcReduction="10000"/>
          </a:bodyPr>
          <a:lstStyle/>
          <a:p>
            <a:pPr marL="305435" indent="-305435"/>
            <a:r>
              <a:rPr lang="en-US">
                <a:ea typeface="+mn-lt"/>
                <a:cs typeface="+mn-lt"/>
              </a:rPr>
              <a:t>It is a probabilistic ML algorithm based on Bayes theorem.</a:t>
            </a:r>
          </a:p>
          <a:p>
            <a:pPr marL="305435" indent="-305435"/>
            <a:r>
              <a:rPr lang="en-US" b="1">
                <a:ea typeface="+mn-lt"/>
                <a:cs typeface="+mn-lt"/>
              </a:rPr>
              <a:t>Dimensionality Reduction</a:t>
            </a:r>
            <a:r>
              <a:rPr lang="en-US">
                <a:ea typeface="+mn-lt"/>
                <a:cs typeface="+mn-lt"/>
              </a:rPr>
              <a:t>: Principal Component Analysis (PCA) was employed to optimize the feature set for enhanced classification performance.</a:t>
            </a:r>
            <a:endParaRPr lang="en-US"/>
          </a:p>
          <a:p>
            <a:pPr marL="305435" indent="-305435"/>
            <a:r>
              <a:rPr lang="en-US" b="1">
                <a:ea typeface="+mn-lt"/>
                <a:cs typeface="+mn-lt"/>
              </a:rPr>
              <a:t>Performance Metrics</a:t>
            </a:r>
            <a:r>
              <a:rPr lang="en-US">
                <a:ea typeface="+mn-lt"/>
                <a:cs typeface="+mn-lt"/>
              </a:rPr>
              <a:t>: Achieved 93% test accuracy, demonstrating reliability in predicting myocardial infarction (MI) and other medical conditions.</a:t>
            </a:r>
            <a:endParaRPr lang="en-US"/>
          </a:p>
          <a:p>
            <a:pPr marL="305435" indent="-305435"/>
            <a:r>
              <a:rPr lang="en-US" b="1">
                <a:ea typeface="+mn-lt"/>
                <a:cs typeface="+mn-lt"/>
              </a:rPr>
              <a:t>Model Evaluation</a:t>
            </a:r>
            <a:r>
              <a:rPr lang="en-US">
                <a:ea typeface="+mn-lt"/>
                <a:cs typeface="+mn-lt"/>
              </a:rPr>
              <a:t>: Accuracy, confusion matrix, and classification reports highlight its strength as a simple yet effective tool for real-world medical data analysis.</a:t>
            </a:r>
            <a:endParaRPr lang="en-US"/>
          </a:p>
        </p:txBody>
      </p:sp>
      <p:pic>
        <p:nvPicPr>
          <p:cNvPr id="4" name="Picture 3" descr="A graph with blue squares and red lines&#10;&#10;Description automatically generated">
            <a:extLst>
              <a:ext uri="{FF2B5EF4-FFF2-40B4-BE49-F238E27FC236}">
                <a16:creationId xmlns:a16="http://schemas.microsoft.com/office/drawing/2014/main" id="{92B8CC00-5C68-630B-5CD9-AEFFBAB3E508}"/>
              </a:ext>
            </a:extLst>
          </p:cNvPr>
          <p:cNvPicPr>
            <a:picLocks noChangeAspect="1"/>
          </p:cNvPicPr>
          <p:nvPr/>
        </p:nvPicPr>
        <p:blipFill>
          <a:blip r:embed="rId2"/>
          <a:stretch>
            <a:fillRect/>
          </a:stretch>
        </p:blipFill>
        <p:spPr>
          <a:xfrm>
            <a:off x="5279275" y="3860904"/>
            <a:ext cx="5333150" cy="2526351"/>
          </a:xfrm>
          <a:prstGeom prst="rect">
            <a:avLst/>
          </a:prstGeom>
        </p:spPr>
      </p:pic>
    </p:spTree>
    <p:extLst>
      <p:ext uri="{BB962C8B-B14F-4D97-AF65-F5344CB8AC3E}">
        <p14:creationId xmlns:p14="http://schemas.microsoft.com/office/powerpoint/2010/main" val="164964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793E52F-211E-A193-D085-9F37E3590146}"/>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DEEP LEARNING ALGORITHMS</a:t>
            </a:r>
            <a:br>
              <a:rPr lang="en-US">
                <a:solidFill>
                  <a:srgbClr val="FFFFFF"/>
                </a:solidFill>
              </a:rPr>
            </a:br>
            <a:r>
              <a:rPr lang="en-US">
                <a:solidFill>
                  <a:srgbClr val="FFFFFF"/>
                </a:solidFill>
              </a:rPr>
              <a:t>1.mlp</a:t>
            </a:r>
            <a:endParaRPr lang="en-US"/>
          </a:p>
        </p:txBody>
      </p:sp>
      <p:sp>
        <p:nvSpPr>
          <p:cNvPr id="3" name="Content Placeholder 2">
            <a:extLst>
              <a:ext uri="{FF2B5EF4-FFF2-40B4-BE49-F238E27FC236}">
                <a16:creationId xmlns:a16="http://schemas.microsoft.com/office/drawing/2014/main" id="{F54E4885-E484-4F5B-E1C3-D45781C8451D}"/>
              </a:ext>
            </a:extLst>
          </p:cNvPr>
          <p:cNvSpPr>
            <a:spLocks noGrp="1"/>
          </p:cNvSpPr>
          <p:nvPr>
            <p:ph idx="1"/>
          </p:nvPr>
        </p:nvSpPr>
        <p:spPr>
          <a:xfrm>
            <a:off x="4561870" y="723900"/>
            <a:ext cx="7183597" cy="3152362"/>
          </a:xfrm>
        </p:spPr>
        <p:txBody>
          <a:bodyPr>
            <a:normAutofit/>
          </a:bodyPr>
          <a:lstStyle/>
          <a:p>
            <a:pPr marL="305435" indent="-305435">
              <a:lnSpc>
                <a:spcPct val="90000"/>
              </a:lnSpc>
            </a:pPr>
            <a:r>
              <a:rPr lang="en-US" sz="1700" b="1">
                <a:ea typeface="+mn-lt"/>
                <a:cs typeface="+mn-lt"/>
              </a:rPr>
              <a:t>Data Preparation</a:t>
            </a:r>
            <a:r>
              <a:rPr lang="en-US" sz="1700">
                <a:ea typeface="+mn-lt"/>
                <a:cs typeface="+mn-lt"/>
              </a:rPr>
              <a:t>: Images were converted to NumPy arrays, PCA was applied for dimensionality reduction, and augmented data was used for improved training.</a:t>
            </a:r>
            <a:endParaRPr lang="en-US" sz="1700"/>
          </a:p>
          <a:p>
            <a:pPr marL="305435" indent="-305435">
              <a:lnSpc>
                <a:spcPct val="90000"/>
              </a:lnSpc>
            </a:pPr>
            <a:r>
              <a:rPr lang="en-US" sz="1700" b="1">
                <a:ea typeface="+mn-lt"/>
                <a:cs typeface="+mn-lt"/>
              </a:rPr>
              <a:t>Model Architecture</a:t>
            </a:r>
            <a:r>
              <a:rPr lang="en-US" sz="1700">
                <a:ea typeface="+mn-lt"/>
                <a:cs typeface="+mn-lt"/>
              </a:rPr>
              <a:t>: Composed of an input layer (256 neurons), two hidden layers (256 and 128 neurons with </a:t>
            </a:r>
            <a:r>
              <a:rPr lang="en-US" sz="1700" err="1">
                <a:ea typeface="+mn-lt"/>
                <a:cs typeface="+mn-lt"/>
              </a:rPr>
              <a:t>ReLU</a:t>
            </a:r>
            <a:r>
              <a:rPr lang="en-US" sz="1700">
                <a:ea typeface="+mn-lt"/>
                <a:cs typeface="+mn-lt"/>
              </a:rPr>
              <a:t> activation), and an output layer (4 neurons with </a:t>
            </a:r>
            <a:r>
              <a:rPr lang="en-US" sz="1700" err="1">
                <a:ea typeface="+mn-lt"/>
                <a:cs typeface="+mn-lt"/>
              </a:rPr>
              <a:t>Softmax</a:t>
            </a:r>
            <a:r>
              <a:rPr lang="en-US" sz="1700">
                <a:ea typeface="+mn-lt"/>
                <a:cs typeface="+mn-lt"/>
              </a:rPr>
              <a:t> activation).</a:t>
            </a:r>
            <a:endParaRPr lang="en-US" sz="1700"/>
          </a:p>
          <a:p>
            <a:pPr marL="305435" indent="-305435">
              <a:lnSpc>
                <a:spcPct val="90000"/>
              </a:lnSpc>
            </a:pPr>
            <a:r>
              <a:rPr lang="en-US" sz="1700" b="1">
                <a:ea typeface="+mn-lt"/>
                <a:cs typeface="+mn-lt"/>
              </a:rPr>
              <a:t>Training Process</a:t>
            </a:r>
            <a:r>
              <a:rPr lang="en-US" sz="1700">
                <a:ea typeface="+mn-lt"/>
                <a:cs typeface="+mn-lt"/>
              </a:rPr>
              <a:t>: Trained using categorical cross-entropy loss and the Adam optimizer, ensuring efficient learning for multiclass classification tasks.</a:t>
            </a:r>
            <a:endParaRPr lang="en-US" sz="1700"/>
          </a:p>
          <a:p>
            <a:pPr marL="305435" indent="-305435">
              <a:lnSpc>
                <a:spcPct val="90000"/>
              </a:lnSpc>
            </a:pPr>
            <a:r>
              <a:rPr lang="en-US" sz="1700" b="1">
                <a:ea typeface="+mn-lt"/>
                <a:cs typeface="+mn-lt"/>
              </a:rPr>
              <a:t>Performance Metrics</a:t>
            </a:r>
            <a:r>
              <a:rPr lang="en-US" sz="1700">
                <a:ea typeface="+mn-lt"/>
                <a:cs typeface="+mn-lt"/>
              </a:rPr>
              <a:t>: Achieved a test accuracy of 62.05%, evaluated through accuracy, loss, confusion matrix, classification reports, and ROC AUC analysis, indicating room for improvement.</a:t>
            </a:r>
            <a:endParaRPr lang="en-US" sz="1700"/>
          </a:p>
          <a:p>
            <a:pPr marL="305435" indent="-305435">
              <a:lnSpc>
                <a:spcPct val="90000"/>
              </a:lnSpc>
            </a:pPr>
            <a:endParaRPr lang="en-US" sz="1700"/>
          </a:p>
        </p:txBody>
      </p:sp>
      <p:pic>
        <p:nvPicPr>
          <p:cNvPr id="4" name="Picture 3">
            <a:extLst>
              <a:ext uri="{FF2B5EF4-FFF2-40B4-BE49-F238E27FC236}">
                <a16:creationId xmlns:a16="http://schemas.microsoft.com/office/drawing/2014/main" id="{0E75E325-8423-F85E-1AAB-4325CCC7E76C}"/>
              </a:ext>
            </a:extLst>
          </p:cNvPr>
          <p:cNvPicPr>
            <a:picLocks noChangeAspect="1"/>
          </p:cNvPicPr>
          <p:nvPr/>
        </p:nvPicPr>
        <p:blipFill>
          <a:blip r:embed="rId2"/>
          <a:stretch>
            <a:fillRect/>
          </a:stretch>
        </p:blipFill>
        <p:spPr>
          <a:xfrm>
            <a:off x="5712737" y="4149588"/>
            <a:ext cx="4881863" cy="2196838"/>
          </a:xfrm>
          <a:prstGeom prst="rect">
            <a:avLst/>
          </a:prstGeom>
        </p:spPr>
      </p:pic>
    </p:spTree>
    <p:extLst>
      <p:ext uri="{BB962C8B-B14F-4D97-AF65-F5344CB8AC3E}">
        <p14:creationId xmlns:p14="http://schemas.microsoft.com/office/powerpoint/2010/main" val="3002435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B1298B2D-9D52-9FDC-424D-000B63933AB1}"/>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2.cnn</a:t>
            </a:r>
          </a:p>
        </p:txBody>
      </p:sp>
      <p:sp>
        <p:nvSpPr>
          <p:cNvPr id="3" name="Content Placeholder 2">
            <a:extLst>
              <a:ext uri="{FF2B5EF4-FFF2-40B4-BE49-F238E27FC236}">
                <a16:creationId xmlns:a16="http://schemas.microsoft.com/office/drawing/2014/main" id="{D5E78080-1B78-3D5D-6AA7-92339BE250F6}"/>
              </a:ext>
            </a:extLst>
          </p:cNvPr>
          <p:cNvSpPr>
            <a:spLocks noGrp="1"/>
          </p:cNvSpPr>
          <p:nvPr>
            <p:ph idx="1"/>
          </p:nvPr>
        </p:nvSpPr>
        <p:spPr>
          <a:xfrm>
            <a:off x="4561870" y="723900"/>
            <a:ext cx="7183597" cy="3152362"/>
          </a:xfrm>
        </p:spPr>
        <p:txBody>
          <a:bodyPr>
            <a:normAutofit/>
          </a:bodyPr>
          <a:lstStyle/>
          <a:p>
            <a:pPr marL="305435" indent="-305435" algn="just">
              <a:lnSpc>
                <a:spcPct val="90000"/>
              </a:lnSpc>
            </a:pPr>
            <a:r>
              <a:rPr lang="en-US" sz="1500" b="1">
                <a:ea typeface="+mn-lt"/>
                <a:cs typeface="+mn-lt"/>
              </a:rPr>
              <a:t>Suitability for Medical Data</a:t>
            </a:r>
            <a:r>
              <a:rPr lang="en-US" sz="1500">
                <a:ea typeface="+mn-lt"/>
                <a:cs typeface="+mn-lt"/>
              </a:rPr>
              <a:t>: Particularly effective for tasks like ECG image classification, capturing subtle variations critical for accurate medical diagnosis.</a:t>
            </a:r>
            <a:endParaRPr lang="en-US" sz="1500"/>
          </a:p>
          <a:p>
            <a:pPr marL="305435" indent="-305435" algn="just">
              <a:lnSpc>
                <a:spcPct val="90000"/>
              </a:lnSpc>
            </a:pPr>
            <a:r>
              <a:rPr lang="en-US" sz="1500" b="1">
                <a:ea typeface="+mn-lt"/>
                <a:cs typeface="+mn-lt"/>
              </a:rPr>
              <a:t>Model Architecture</a:t>
            </a:r>
            <a:r>
              <a:rPr lang="en-US" sz="1500">
                <a:ea typeface="+mn-lt"/>
                <a:cs typeface="+mn-lt"/>
              </a:rPr>
              <a:t>: Consists of grayscale input images resized to 128x128 pixels, three convolutional layers (32, 64, and 128 filters) with </a:t>
            </a:r>
            <a:r>
              <a:rPr lang="en-US" sz="1500" err="1">
                <a:ea typeface="+mn-lt"/>
                <a:cs typeface="+mn-lt"/>
              </a:rPr>
              <a:t>ReLU</a:t>
            </a:r>
            <a:r>
              <a:rPr lang="en-US" sz="1500">
                <a:ea typeface="+mn-lt"/>
                <a:cs typeface="+mn-lt"/>
              </a:rPr>
              <a:t> activation and max pooling, followed by dense layers with a </a:t>
            </a:r>
            <a:r>
              <a:rPr lang="en-US" sz="1500" err="1">
                <a:ea typeface="+mn-lt"/>
                <a:cs typeface="+mn-lt"/>
              </a:rPr>
              <a:t>Softmax</a:t>
            </a:r>
            <a:r>
              <a:rPr lang="en-US" sz="1500">
                <a:ea typeface="+mn-lt"/>
                <a:cs typeface="+mn-lt"/>
              </a:rPr>
              <a:t> output layer (4 neurons).</a:t>
            </a:r>
            <a:endParaRPr lang="en-US" sz="1500"/>
          </a:p>
          <a:p>
            <a:pPr marL="305435" indent="-305435" algn="just">
              <a:lnSpc>
                <a:spcPct val="90000"/>
              </a:lnSpc>
            </a:pPr>
            <a:r>
              <a:rPr lang="en-US" sz="1500" b="1">
                <a:ea typeface="+mn-lt"/>
                <a:cs typeface="+mn-lt"/>
              </a:rPr>
              <a:t>Performance Metrics</a:t>
            </a:r>
            <a:r>
              <a:rPr lang="en-US" sz="1500">
                <a:ea typeface="+mn-lt"/>
                <a:cs typeface="+mn-lt"/>
              </a:rPr>
              <a:t>: Achieved a test accuracy of 84.49%, showcasing strong class discrimination for ECG image-based myocardial infarction (MI) prediction.</a:t>
            </a:r>
            <a:endParaRPr lang="en-US" sz="1500"/>
          </a:p>
          <a:p>
            <a:pPr marL="305435" indent="-305435" algn="just">
              <a:lnSpc>
                <a:spcPct val="90000"/>
              </a:lnSpc>
            </a:pPr>
            <a:r>
              <a:rPr lang="en-US" sz="1500" b="1">
                <a:ea typeface="+mn-lt"/>
                <a:cs typeface="+mn-lt"/>
              </a:rPr>
              <a:t>Evaluation Techniques</a:t>
            </a:r>
            <a:r>
              <a:rPr lang="en-US" sz="1500">
                <a:ea typeface="+mn-lt"/>
                <a:cs typeface="+mn-lt"/>
              </a:rPr>
              <a:t>: Assessed using metrics such as accuracy, loss, confusion matrix, classification reports, and ROC AUC analysis, validating its robust performance.</a:t>
            </a:r>
            <a:endParaRPr lang="en-US" sz="1500"/>
          </a:p>
          <a:p>
            <a:pPr marL="305435" indent="-305435" algn="just">
              <a:lnSpc>
                <a:spcPct val="90000"/>
              </a:lnSpc>
            </a:pPr>
            <a:endParaRPr lang="en-US" sz="1500"/>
          </a:p>
        </p:txBody>
      </p:sp>
      <p:pic>
        <p:nvPicPr>
          <p:cNvPr id="4" name="Picture 3">
            <a:extLst>
              <a:ext uri="{FF2B5EF4-FFF2-40B4-BE49-F238E27FC236}">
                <a16:creationId xmlns:a16="http://schemas.microsoft.com/office/drawing/2014/main" id="{1DF59D8A-DEAC-F97C-1121-5E1E86D6A3AB}"/>
              </a:ext>
            </a:extLst>
          </p:cNvPr>
          <p:cNvPicPr>
            <a:picLocks noChangeAspect="1"/>
          </p:cNvPicPr>
          <p:nvPr/>
        </p:nvPicPr>
        <p:blipFill>
          <a:blip r:embed="rId2"/>
          <a:stretch>
            <a:fillRect/>
          </a:stretch>
        </p:blipFill>
        <p:spPr>
          <a:xfrm>
            <a:off x="5671365" y="4149588"/>
            <a:ext cx="4964606" cy="2196838"/>
          </a:xfrm>
          <a:prstGeom prst="rect">
            <a:avLst/>
          </a:prstGeom>
        </p:spPr>
      </p:pic>
    </p:spTree>
    <p:extLst>
      <p:ext uri="{BB962C8B-B14F-4D97-AF65-F5344CB8AC3E}">
        <p14:creationId xmlns:p14="http://schemas.microsoft.com/office/powerpoint/2010/main" val="3281782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9E365C7-70CE-1AB4-A8A5-4960D40F2703}"/>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CONCLUSIONS</a:t>
            </a:r>
          </a:p>
        </p:txBody>
      </p:sp>
      <p:sp>
        <p:nvSpPr>
          <p:cNvPr id="17" name="Content Placeholder 2">
            <a:extLst>
              <a:ext uri="{FF2B5EF4-FFF2-40B4-BE49-F238E27FC236}">
                <a16:creationId xmlns:a16="http://schemas.microsoft.com/office/drawing/2014/main" id="{9019334E-BBB1-87D6-545B-2617FCDC022F}"/>
              </a:ext>
            </a:extLst>
          </p:cNvPr>
          <p:cNvSpPr>
            <a:spLocks noGrp="1"/>
          </p:cNvSpPr>
          <p:nvPr>
            <p:ph idx="1"/>
          </p:nvPr>
        </p:nvSpPr>
        <p:spPr>
          <a:xfrm>
            <a:off x="4561870" y="723900"/>
            <a:ext cx="7183597" cy="4973412"/>
          </a:xfrm>
        </p:spPr>
        <p:txBody>
          <a:bodyPr>
            <a:normAutofit/>
          </a:bodyPr>
          <a:lstStyle/>
          <a:p>
            <a:pPr marL="305435" indent="-305435">
              <a:lnSpc>
                <a:spcPct val="90000"/>
              </a:lnSpc>
            </a:pPr>
            <a:r>
              <a:rPr lang="en-US" sz="1500" b="1">
                <a:ea typeface="+mn-lt"/>
                <a:cs typeface="+mn-lt"/>
              </a:rPr>
              <a:t>Algorithm Diversity</a:t>
            </a:r>
            <a:r>
              <a:rPr lang="en-US" sz="1500">
                <a:ea typeface="+mn-lt"/>
                <a:cs typeface="+mn-lt"/>
              </a:rPr>
              <a:t>: Multiple machine learning and deep learning algorithms were applied to analyze both clinical and ECG image data for myocardial infarction (MI) prediction.</a:t>
            </a:r>
            <a:endParaRPr lang="en-US" sz="1500"/>
          </a:p>
          <a:p>
            <a:pPr marL="305435" indent="-305435">
              <a:lnSpc>
                <a:spcPct val="90000"/>
              </a:lnSpc>
            </a:pPr>
            <a:r>
              <a:rPr lang="en-US" sz="1500" b="1">
                <a:ea typeface="+mn-lt"/>
                <a:cs typeface="+mn-lt"/>
              </a:rPr>
              <a:t>Clustering Insights</a:t>
            </a:r>
            <a:r>
              <a:rPr lang="en-US" sz="1500">
                <a:ea typeface="+mn-lt"/>
                <a:cs typeface="+mn-lt"/>
              </a:rPr>
              <a:t>: K-Means clustering segmented patients into three distinct risk groups, providing valuable insights into MI risk factors.</a:t>
            </a:r>
            <a:endParaRPr lang="en-US" sz="1500"/>
          </a:p>
          <a:p>
            <a:pPr marL="305435" indent="-305435">
              <a:lnSpc>
                <a:spcPct val="90000"/>
              </a:lnSpc>
            </a:pPr>
            <a:r>
              <a:rPr lang="en-US" sz="1500" b="1" dirty="0">
                <a:ea typeface="+mn-lt"/>
                <a:cs typeface="+mn-lt"/>
              </a:rPr>
              <a:t>Top Performers</a:t>
            </a:r>
            <a:r>
              <a:rPr lang="en-US" sz="1500">
                <a:ea typeface="+mn-lt"/>
                <a:cs typeface="+mn-lt"/>
              </a:rPr>
              <a:t>: Naïve Bays achieved the highest accuracy (93%) for clinical </a:t>
            </a:r>
            <a:r>
              <a:rPr lang="en-US" sz="1500" dirty="0">
                <a:ea typeface="+mn-lt"/>
                <a:cs typeface="+mn-lt"/>
              </a:rPr>
              <a:t>data, while CNNs excelled in ECG image classification with 84.49% accuracy.</a:t>
            </a:r>
            <a:endParaRPr lang="en-US" sz="1500" dirty="0"/>
          </a:p>
          <a:p>
            <a:pPr marL="305435" indent="-305435">
              <a:lnSpc>
                <a:spcPct val="90000"/>
              </a:lnSpc>
            </a:pPr>
            <a:r>
              <a:rPr lang="en-US" sz="1500" b="1">
                <a:ea typeface="+mn-lt"/>
                <a:cs typeface="+mn-lt"/>
              </a:rPr>
              <a:t>Challenges Addressed</a:t>
            </a:r>
            <a:r>
              <a:rPr lang="en-US" sz="1500">
                <a:ea typeface="+mn-lt"/>
                <a:cs typeface="+mn-lt"/>
              </a:rPr>
              <a:t>: Data augmentation improved model generalization, but MLPs showed relatively lower performance (62.05%), highlighting areas for optimization.</a:t>
            </a:r>
            <a:endParaRPr lang="en-US" sz="1500"/>
          </a:p>
          <a:p>
            <a:pPr marL="305435" indent="-305435">
              <a:lnSpc>
                <a:spcPct val="90000"/>
              </a:lnSpc>
            </a:pPr>
            <a:r>
              <a:rPr lang="en-US" sz="1500" b="1">
                <a:ea typeface="+mn-lt"/>
                <a:cs typeface="+mn-lt"/>
              </a:rPr>
              <a:t>Future Directions</a:t>
            </a:r>
            <a:r>
              <a:rPr lang="en-US" sz="1500">
                <a:ea typeface="+mn-lt"/>
                <a:cs typeface="+mn-lt"/>
              </a:rPr>
              <a:t>: Emphasized the need for further validation on diverse datasets and incorporation of explainability frameworks to enhance model transparency.</a:t>
            </a:r>
            <a:endParaRPr lang="en-US" sz="1500"/>
          </a:p>
          <a:p>
            <a:pPr marL="305435" indent="-305435">
              <a:lnSpc>
                <a:spcPct val="90000"/>
              </a:lnSpc>
            </a:pPr>
            <a:endParaRPr lang="en-US" sz="1500"/>
          </a:p>
        </p:txBody>
      </p:sp>
    </p:spTree>
    <p:extLst>
      <p:ext uri="{BB962C8B-B14F-4D97-AF65-F5344CB8AC3E}">
        <p14:creationId xmlns:p14="http://schemas.microsoft.com/office/powerpoint/2010/main" val="949147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CA5B-948D-A716-BBBF-36B72F417E92}"/>
              </a:ext>
            </a:extLst>
          </p:cNvPr>
          <p:cNvSpPr>
            <a:spLocks noGrp="1"/>
          </p:cNvSpPr>
          <p:nvPr>
            <p:ph type="title"/>
          </p:nvPr>
        </p:nvSpPr>
        <p:spPr/>
        <p:txBody>
          <a:bodyPr/>
          <a:lstStyle/>
          <a:p>
            <a:r>
              <a:rPr lang="en-US"/>
              <a:t>REFERENCES</a:t>
            </a:r>
            <a:endParaRPr lang="en-AE"/>
          </a:p>
        </p:txBody>
      </p:sp>
      <p:sp>
        <p:nvSpPr>
          <p:cNvPr id="3" name="Content Placeholder 2">
            <a:extLst>
              <a:ext uri="{FF2B5EF4-FFF2-40B4-BE49-F238E27FC236}">
                <a16:creationId xmlns:a16="http://schemas.microsoft.com/office/drawing/2014/main" id="{A34B0D96-B662-1518-4FB1-EF39646523DA}"/>
              </a:ext>
            </a:extLst>
          </p:cNvPr>
          <p:cNvSpPr>
            <a:spLocks noGrp="1"/>
          </p:cNvSpPr>
          <p:nvPr>
            <p:ph sz="half" idx="1"/>
          </p:nvPr>
        </p:nvSpPr>
        <p:spPr>
          <a:xfrm>
            <a:off x="457200" y="2245360"/>
            <a:ext cx="11267440" cy="3992880"/>
          </a:xfrm>
        </p:spPr>
        <p:txBody>
          <a:bodyPr>
            <a:normAutofit fontScale="92500" lnSpcReduction="20000"/>
          </a:bodyPr>
          <a:lstStyle/>
          <a:p>
            <a:pPr marL="285750" indent="-285750">
              <a:buFont typeface="Arial" panose="020B0604020202020204" pitchFamily="34" charset="0"/>
              <a:buChar char="•"/>
            </a:pPr>
            <a:r>
              <a:rPr lang="en-IN">
                <a:latin typeface="AdvOT9b12cd41"/>
              </a:rPr>
              <a:t>Rohani C, </a:t>
            </a:r>
            <a:r>
              <a:rPr lang="en-IN" err="1">
                <a:latin typeface="AdvOT9b12cd41"/>
              </a:rPr>
              <a:t>Jafarpoor</a:t>
            </a:r>
            <a:r>
              <a:rPr lang="en-IN">
                <a:latin typeface="AdvOT9b12cd41"/>
              </a:rPr>
              <a:t> H, Mortazavi Y, </a:t>
            </a:r>
            <a:r>
              <a:rPr lang="en-IN" err="1">
                <a:latin typeface="AdvOT9b12cd41"/>
              </a:rPr>
              <a:t>Esbakian</a:t>
            </a:r>
            <a:r>
              <a:rPr lang="en-IN">
                <a:latin typeface="AdvOT9b12cd41"/>
              </a:rPr>
              <a:t> B, </a:t>
            </a:r>
            <a:r>
              <a:rPr lang="en-IN" err="1">
                <a:latin typeface="AdvOT9b12cd41"/>
              </a:rPr>
              <a:t>Gholinia</a:t>
            </a:r>
            <a:r>
              <a:rPr lang="en-IN">
                <a:latin typeface="AdvOT9b12cd41"/>
              </a:rPr>
              <a:t> H. Mortality in patients with myocardial infarction and potential risk factors: A five-year data analysis. ARYA </a:t>
            </a:r>
            <a:r>
              <a:rPr lang="en-IN" err="1">
                <a:latin typeface="AdvOT9b12cd41"/>
              </a:rPr>
              <a:t>Atheroscler</a:t>
            </a:r>
            <a:r>
              <a:rPr lang="en-IN">
                <a:latin typeface="AdvOT9b12cd41"/>
              </a:rPr>
              <a:t>. 2022 May;18(3):1-8. </a:t>
            </a:r>
            <a:r>
              <a:rPr lang="en-IN" err="1">
                <a:latin typeface="AdvOT9b12cd41"/>
              </a:rPr>
              <a:t>doi</a:t>
            </a:r>
            <a:r>
              <a:rPr lang="en-IN">
                <a:latin typeface="AdvOT9b12cd41"/>
              </a:rPr>
              <a:t>: 10.48305/arya.v18i0.2427. PMID: 36815954; PMCID: PMC9931944.</a:t>
            </a:r>
            <a:endParaRPr lang="en-US">
              <a:latin typeface="AdvOT9b12cd41"/>
            </a:endParaRPr>
          </a:p>
          <a:p>
            <a:pPr marL="285750" indent="-285750" algn="l">
              <a:buFont typeface="Arial" panose="020B0604020202020204" pitchFamily="34" charset="0"/>
              <a:buChar char="•"/>
            </a:pPr>
            <a:r>
              <a:rPr lang="en-US" sz="1800" b="0" i="0" u="none" strike="noStrike" baseline="0">
                <a:latin typeface="AdvOT9b12cd41"/>
              </a:rPr>
              <a:t>Pham H, Egorov K, Kazakov A and </a:t>
            </a:r>
            <a:r>
              <a:rPr lang="en-US" sz="1800" b="0" i="0" u="none" strike="noStrike" baseline="0" err="1">
                <a:latin typeface="AdvOT9b12cd41"/>
              </a:rPr>
              <a:t>Budennyy</a:t>
            </a:r>
            <a:r>
              <a:rPr lang="en-US" sz="1800" b="0" i="0" u="none" strike="noStrike" baseline="0">
                <a:latin typeface="AdvOT9b12cd41"/>
              </a:rPr>
              <a:t> S(2023) Machine learning-based detection </a:t>
            </a:r>
            <a:r>
              <a:rPr lang="en-US" sz="1800" b="0" i="0" u="none" strike="noStrike" baseline="0" err="1">
                <a:latin typeface="AdvOT9b12cd41"/>
              </a:rPr>
              <a:t>ofcardiovascular</a:t>
            </a:r>
            <a:r>
              <a:rPr lang="en-US" sz="1800" b="0" i="0" u="none" strike="noStrike" baseline="0">
                <a:latin typeface="AdvOT9b12cd41"/>
              </a:rPr>
              <a:t> disease using ECG signals: performance vs. complexity. Front. Cardiovasc. Med. 10:1229743. </a:t>
            </a:r>
            <a:r>
              <a:rPr lang="en-US" sz="1800" b="0" i="0" u="none" strike="noStrike" baseline="0" err="1">
                <a:latin typeface="AdvOT9b12cd41"/>
              </a:rPr>
              <a:t>doi</a:t>
            </a:r>
            <a:r>
              <a:rPr lang="en-US" sz="1800" b="0" i="0" u="none" strike="noStrike" baseline="0">
                <a:latin typeface="AdvOT9b12cd41"/>
              </a:rPr>
              <a:t>: 10.3389/fcvm.2023.1229743- </a:t>
            </a:r>
          </a:p>
          <a:p>
            <a:pPr marL="285750" indent="-285750" algn="l">
              <a:buFont typeface="Arial" panose="020B0604020202020204" pitchFamily="34" charset="0"/>
              <a:buChar char="•"/>
            </a:pPr>
            <a:r>
              <a:rPr lang="en-US" sz="1800" b="0" i="0" u="none" strike="noStrike" baseline="0">
                <a:latin typeface="AdvOT9b12cd41"/>
              </a:rPr>
              <a:t>A. </a:t>
            </a:r>
            <a:r>
              <a:rPr lang="en-US" sz="1800" b="0" i="0" u="none" strike="noStrike" baseline="0" err="1">
                <a:latin typeface="AdvOT9b12cd41"/>
              </a:rPr>
              <a:t>Velusamy</a:t>
            </a:r>
            <a:r>
              <a:rPr lang="en-US" sz="1800" b="0" i="0" u="none" strike="noStrike" baseline="0">
                <a:latin typeface="AdvOT9b12cd41"/>
              </a:rPr>
              <a:t>, J. </a:t>
            </a:r>
            <a:r>
              <a:rPr lang="en-US" sz="1800" b="0" i="0" u="none" strike="noStrike" baseline="0" err="1">
                <a:latin typeface="AdvOT9b12cd41"/>
              </a:rPr>
              <a:t>Akilandeswari</a:t>
            </a:r>
            <a:r>
              <a:rPr lang="en-US" sz="1800" b="0" i="0" u="none" strike="noStrike" baseline="0">
                <a:latin typeface="AdvOT9b12cd41"/>
              </a:rPr>
              <a:t>, S. </a:t>
            </a:r>
            <a:r>
              <a:rPr lang="en-US" sz="1800" b="0" i="0" u="none" strike="noStrike" baseline="0" err="1">
                <a:latin typeface="AdvOT9b12cd41"/>
              </a:rPr>
              <a:t>Vaanathi</a:t>
            </a:r>
            <a:r>
              <a:rPr lang="en-US" sz="1800" b="0" i="0" u="none" strike="noStrike" baseline="0">
                <a:latin typeface="AdvOT9b12cd41"/>
              </a:rPr>
              <a:t>, M. Priya, T. </a:t>
            </a:r>
            <a:r>
              <a:rPr lang="en-US" sz="1800" b="0" i="0" u="none" strike="noStrike" baseline="0" err="1">
                <a:latin typeface="AdvOT9b12cd41"/>
              </a:rPr>
              <a:t>Munirathinam</a:t>
            </a:r>
            <a:r>
              <a:rPr lang="en-US" sz="1800" b="0" i="0" u="none" strike="noStrike" baseline="0">
                <a:latin typeface="AdvOT9b12cd41"/>
              </a:rPr>
              <a:t> and S. Kokila, "Enhancing Myocardial Infarction Prediction with Machine Learning: Leveraging Clinical and Demographic Data for Improved Early Detection and Patient Outcomes," 2024 OPJU International Technology Conference (OTCON) on Smart Computing for Innovation and Advancement in Industry 4.0, </a:t>
            </a:r>
            <a:r>
              <a:rPr lang="en-US" sz="1800" b="0" i="0" u="none" strike="noStrike" baseline="0" err="1">
                <a:latin typeface="AdvOT9b12cd41"/>
              </a:rPr>
              <a:t>Raigarh</a:t>
            </a:r>
            <a:r>
              <a:rPr lang="en-US" sz="1800" b="0" i="0" u="none" strike="noStrike" baseline="0">
                <a:latin typeface="AdvOT9b12cd41"/>
              </a:rPr>
              <a:t>, India, 2024, pp. 1-6, </a:t>
            </a:r>
            <a:r>
              <a:rPr lang="en-US" sz="1800" b="0" i="0" u="none" strike="noStrike" baseline="0" err="1">
                <a:latin typeface="AdvOT9b12cd41"/>
              </a:rPr>
              <a:t>doi</a:t>
            </a:r>
            <a:r>
              <a:rPr lang="en-US" sz="1800" b="0" i="0" u="none" strike="noStrike" baseline="0">
                <a:latin typeface="AdvOT9b12cd41"/>
              </a:rPr>
              <a:t>: 10.1109/OTCON60325.2024.10687656.</a:t>
            </a:r>
          </a:p>
          <a:p>
            <a:pPr marL="285750" indent="-285750" algn="l">
              <a:buFont typeface="Arial" panose="020B0604020202020204" pitchFamily="34" charset="0"/>
              <a:buChar char="•"/>
            </a:pPr>
            <a:r>
              <a:rPr lang="en-US" sz="1800" b="0" i="0" u="none" strike="noStrike" baseline="0">
                <a:latin typeface="AdvOT9b12cd41"/>
              </a:rPr>
              <a:t>P. </a:t>
            </a:r>
            <a:r>
              <a:rPr lang="en-US" sz="1800" b="0" i="0" u="none" strike="noStrike" baseline="0" err="1">
                <a:latin typeface="AdvOT9b12cd41"/>
              </a:rPr>
              <a:t>Piros</a:t>
            </a:r>
            <a:r>
              <a:rPr lang="en-US" sz="1800" b="0" i="0" u="none" strike="noStrike" baseline="0">
                <a:latin typeface="AdvOT9b12cd41"/>
              </a:rPr>
              <a:t>, R. </a:t>
            </a:r>
            <a:r>
              <a:rPr lang="en-US" sz="1800" b="0" i="0" u="none" strike="noStrike" baseline="0" err="1">
                <a:latin typeface="AdvOT9b12cd41"/>
              </a:rPr>
              <a:t>Fleiner</a:t>
            </a:r>
            <a:r>
              <a:rPr lang="en-US" sz="1800" b="0" i="0" u="none" strike="noStrike" baseline="0">
                <a:latin typeface="AdvOT9b12cd41"/>
              </a:rPr>
              <a:t>, and L. </a:t>
            </a:r>
            <a:r>
              <a:rPr lang="en-US" sz="1800" b="0" i="0" u="none" strike="noStrike" baseline="0" err="1">
                <a:latin typeface="AdvOT9b12cd41"/>
              </a:rPr>
              <a:t>Kovács</a:t>
            </a:r>
            <a:r>
              <a:rPr lang="en-US" sz="1800" b="0" i="0" u="none" strike="noStrike" baseline="0">
                <a:latin typeface="AdvOT9b12cd41"/>
              </a:rPr>
              <a:t>, "Finding improved predictive models with Generalized Boosted Models on Hungarian Myocardial Infarction Registry," 2020 IEEE 20th International Symposium on Computational Intelligence and Informatics (CINTI), Budapest, Hungary, 2020, pp. 179-184, </a:t>
            </a:r>
            <a:r>
              <a:rPr lang="en-US" sz="1800" b="0" i="0" u="none" strike="noStrike" baseline="0" err="1">
                <a:latin typeface="AdvOT9b12cd41"/>
              </a:rPr>
              <a:t>doi</a:t>
            </a:r>
            <a:r>
              <a:rPr lang="en-US" sz="1800" b="0" i="0" u="none" strike="noStrike" baseline="0">
                <a:latin typeface="AdvOT9b12cd41"/>
              </a:rPr>
              <a:t>: 10.1109/CINTI51262.2020.9305814.</a:t>
            </a:r>
          </a:p>
          <a:p>
            <a:pPr marL="285750" indent="-285750" algn="l">
              <a:buFont typeface="Arial" panose="020B0604020202020204" pitchFamily="34" charset="0"/>
              <a:buChar char="•"/>
            </a:pPr>
            <a:r>
              <a:rPr lang="en-US" sz="1800" b="0" i="0" u="none" strike="noStrike" baseline="0">
                <a:latin typeface="AdvOT9b12cd41"/>
              </a:rPr>
              <a:t>M. A. Taha, S. A. A. A. </a:t>
            </a:r>
            <a:r>
              <a:rPr lang="en-US" sz="1800" b="0" i="0" u="none" strike="noStrike" baseline="0" err="1">
                <a:latin typeface="AdvOT9b12cd41"/>
              </a:rPr>
              <a:t>Alsaidi</a:t>
            </a:r>
            <a:r>
              <a:rPr lang="en-US" sz="1800" b="0" i="0" u="none" strike="noStrike" baseline="0">
                <a:latin typeface="AdvOT9b12cd41"/>
              </a:rPr>
              <a:t> and R. A. Hussein, "Machine Learning Techniques for Predicting Heart Diseases," 2022 International Symposium on </a:t>
            </a:r>
            <a:r>
              <a:rPr lang="en-US" sz="1800" b="0" i="0" u="none" strike="noStrike" baseline="0" err="1">
                <a:latin typeface="AdvOT9b12cd41"/>
              </a:rPr>
              <a:t>iNnovative</a:t>
            </a:r>
            <a:r>
              <a:rPr lang="en-US" sz="1800" b="0" i="0" u="none" strike="noStrike" baseline="0">
                <a:latin typeface="AdvOT9b12cd41"/>
              </a:rPr>
              <a:t> Informatics of </a:t>
            </a:r>
            <a:r>
              <a:rPr lang="en-US" sz="1800" b="0" i="0" u="none" strike="noStrike" baseline="0" err="1">
                <a:latin typeface="AdvOT9b12cd41"/>
              </a:rPr>
              <a:t>Biskra</a:t>
            </a:r>
            <a:r>
              <a:rPr lang="en-US" sz="1800" b="0" i="0" u="none" strike="noStrike" baseline="0">
                <a:latin typeface="AdvOT9b12cd41"/>
              </a:rPr>
              <a:t> (ISNIB), </a:t>
            </a:r>
            <a:r>
              <a:rPr lang="en-US" sz="1800" b="0" i="0" u="none" strike="noStrike" baseline="0" err="1">
                <a:latin typeface="AdvOT9b12cd41"/>
              </a:rPr>
              <a:t>Biskra</a:t>
            </a:r>
            <a:r>
              <a:rPr lang="en-US" sz="1800" b="0" i="0" u="none" strike="noStrike" baseline="0">
                <a:latin typeface="AdvOT9b12cd41"/>
              </a:rPr>
              <a:t>, Algeria, 2022, pp. 1-6, </a:t>
            </a:r>
            <a:r>
              <a:rPr lang="en-US" sz="1800" b="0" i="0" u="none" strike="noStrike" baseline="0" err="1">
                <a:latin typeface="AdvOT9b12cd41"/>
              </a:rPr>
              <a:t>doi</a:t>
            </a:r>
            <a:r>
              <a:rPr lang="en-US" sz="1800" b="0" i="0" u="none" strike="noStrike" baseline="0">
                <a:latin typeface="AdvOT9b12cd41"/>
              </a:rPr>
              <a:t>: 10.1109/ISNIB57382.2022.10076238.</a:t>
            </a:r>
            <a:endParaRPr lang="en-GB"/>
          </a:p>
          <a:p>
            <a:pPr algn="l"/>
            <a:endParaRPr lang="en-GB"/>
          </a:p>
          <a:p>
            <a:pPr algn="l"/>
            <a:endParaRPr lang="en-GB"/>
          </a:p>
          <a:p>
            <a:endParaRPr lang="en-AE"/>
          </a:p>
        </p:txBody>
      </p:sp>
    </p:spTree>
    <p:extLst>
      <p:ext uri="{BB962C8B-B14F-4D97-AF65-F5344CB8AC3E}">
        <p14:creationId xmlns:p14="http://schemas.microsoft.com/office/powerpoint/2010/main" val="33657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noFill/>
        </p:spPr>
        <p:txBody>
          <a:bodyPr/>
          <a:lstStyle/>
          <a:p>
            <a:r>
              <a:rPr lang="en-US"/>
              <a:t>Any Questions?</a:t>
            </a:r>
          </a:p>
        </p:txBody>
      </p:sp>
    </p:spTree>
    <p:extLst>
      <p:ext uri="{BB962C8B-B14F-4D97-AF65-F5344CB8AC3E}">
        <p14:creationId xmlns:p14="http://schemas.microsoft.com/office/powerpoint/2010/main" val="43519539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62e917c-fcec-4303-aa25-1f3315ce0de1" xsi:nil="true"/>
    <lcf76f155ced4ddcb4097134ff3c332f xmlns="80b11976-804c-45e2-8f20-a88c25f7874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8CD819B5A6D5843AC26BB3A76765A71" ma:contentTypeVersion="11" ma:contentTypeDescription="Create a new document." ma:contentTypeScope="" ma:versionID="966e267afa95373a1c0dc9446d954357">
  <xsd:schema xmlns:xsd="http://www.w3.org/2001/XMLSchema" xmlns:xs="http://www.w3.org/2001/XMLSchema" xmlns:p="http://schemas.microsoft.com/office/2006/metadata/properties" xmlns:ns2="80b11976-804c-45e2-8f20-a88c25f78746" xmlns:ns3="e62e917c-fcec-4303-aa25-1f3315ce0de1" targetNamespace="http://schemas.microsoft.com/office/2006/metadata/properties" ma:root="true" ma:fieldsID="e1bdf5c1c2aabc209663e78304945413" ns2:_="" ns3:_="">
    <xsd:import namespace="80b11976-804c-45e2-8f20-a88c25f78746"/>
    <xsd:import namespace="e62e917c-fcec-4303-aa25-1f3315ce0d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b11976-804c-45e2-8f20-a88c25f787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2e917c-fcec-4303-aa25-1f3315ce0de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e5cea9b-c4b9-4166-8c98-6717dd9c368e}" ma:internalName="TaxCatchAll" ma:showField="CatchAllData" ma:web="e62e917c-fcec-4303-aa25-1f3315ce0d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2.xml><?xml version="1.0" encoding="utf-8"?>
<ds:datastoreItem xmlns:ds="http://schemas.openxmlformats.org/officeDocument/2006/customXml" ds:itemID="{5A00B2AC-C335-4100-B8B3-2D9F49A72906}">
  <ds:schemaRefs>
    <ds:schemaRef ds:uri="80b11976-804c-45e2-8f20-a88c25f78746"/>
    <ds:schemaRef ds:uri="e62e917c-fcec-4303-aa25-1f3315ce0d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1A388B4-72ED-421D-880B-219510830412}">
  <ds:schemaRefs>
    <ds:schemaRef ds:uri="80b11976-804c-45e2-8f20-a88c25f78746"/>
    <ds:schemaRef ds:uri="e62e917c-fcec-4303-aa25-1f3315ce0d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{940C23A4-2E0E-4946-B24B-179AE82596D5}tf45205285_win32</Template>
  <Application>Microsoft Office PowerPoint</Application>
  <PresentationFormat>Widescreen</PresentationFormat>
  <Slides>17</Slides>
  <Notes>6</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DividendVTI</vt:lpstr>
      <vt:lpstr>Predicting Myocardial Infarction: A Comparative Analysis of ALGORITHMS on PATIENT Data and Image-Based Classification of ECG Patterns</vt:lpstr>
      <vt:lpstr>MYOCARDIAL INFARCTION: A Global LIFE THREAT</vt:lpstr>
      <vt:lpstr>Dataset 1: Heart Disease (Statlog Cleveland and Hungary)</vt:lpstr>
      <vt:lpstr>Dataset 1: Heart Disease (Statlog Cleveland and Hungary)</vt:lpstr>
      <vt:lpstr>Dataset 1: Visualization</vt:lpstr>
      <vt:lpstr>Dataset 1: Pre-processing</vt:lpstr>
      <vt:lpstr>Dataset 2: ECG Image Dataset</vt:lpstr>
      <vt:lpstr>DaTASET 2: PREPROCESSING</vt:lpstr>
      <vt:lpstr>Clustering K-MEANS</vt:lpstr>
      <vt:lpstr>ML ALGORITHMS 1.LOGISTIC REGRESSION</vt:lpstr>
      <vt:lpstr>2.DECISION TREE</vt:lpstr>
      <vt:lpstr>3.Naïve Bayes </vt:lpstr>
      <vt:lpstr>DEEP LEARNING ALGORITHMS 1.mlp</vt:lpstr>
      <vt:lpstr>2.cnn</vt:lpstr>
      <vt:lpstr>CONCLUSIONS</vt:lpstr>
      <vt:lpstr>REFERENCES</vt:lpstr>
      <vt:lpstr>Any Questions?</vt:lpstr>
    </vt:vector>
  </TitlesOfParts>
  <Company>Emerson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Harshitha</dc:creator>
  <cp:revision>4</cp:revision>
  <dcterms:created xsi:type="dcterms:W3CDTF">2024-10-02T06:32:02Z</dcterms:created>
  <dcterms:modified xsi:type="dcterms:W3CDTF">2024-11-28T17:31:39Z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0x010100B8CD819B5A6D5843AC26BB3A76765A71</vt:lpwstr>
  </property>
  <property fmtid="{D5CDD505-2E9C-101B-9397-08002B2CF9AE}" pid="3" name="MSIP_Label_d38901aa-f724-46bf-bb4f-aef09392934b_Enabled">
    <vt:lpwstr>true</vt:lpwstr>
  </property>
  <property fmtid="{D5CDD505-2E9C-101B-9397-08002B2CF9AE}" pid="4" name="MSIP_Label_d38901aa-f724-46bf-bb4f-aef09392934b_SetDate">
    <vt:lpwstr>2024-10-02T07:11:04Z</vt:lpwstr>
  </property>
  <property fmtid="{D5CDD505-2E9C-101B-9397-08002B2CF9AE}" pid="5" name="MSIP_Label_d38901aa-f724-46bf-bb4f-aef09392934b_Method">
    <vt:lpwstr>Standard</vt:lpwstr>
  </property>
  <property fmtid="{D5CDD505-2E9C-101B-9397-08002B2CF9AE}" pid="6" name="MSIP_Label_d38901aa-f724-46bf-bb4f-aef09392934b_Name">
    <vt:lpwstr>Internal - No Label</vt:lpwstr>
  </property>
  <property fmtid="{D5CDD505-2E9C-101B-9397-08002B2CF9AE}" pid="7" name="MSIP_Label_d38901aa-f724-46bf-bb4f-aef09392934b_SiteId">
    <vt:lpwstr>eb06985d-06ca-4a17-81da-629ab99f6505</vt:lpwstr>
  </property>
  <property fmtid="{D5CDD505-2E9C-101B-9397-08002B2CF9AE}" pid="8" name="MSIP_Label_d38901aa-f724-46bf-bb4f-aef09392934b_ActionId">
    <vt:lpwstr>cb5a4136-f03d-40cd-a218-2142638c25df</vt:lpwstr>
  </property>
  <property fmtid="{D5CDD505-2E9C-101B-9397-08002B2CF9AE}" pid="9" name="MSIP_Label_d38901aa-f724-46bf-bb4f-aef09392934b_ContentBits">
    <vt:lpwstr>0</vt:lpwstr>
  </property>
  <property fmtid="{D5CDD505-2E9C-101B-9397-08002B2CF9AE}" pid="10" name="MediaServiceImageTags">
    <vt:lpwstr/>
  </property>
</Properties>
</file>