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9" r:id="rId4"/>
  </p:sldMasterIdLst>
  <p:notesMasterIdLst>
    <p:notesMasterId r:id="rId16"/>
  </p:notesMasterIdLst>
  <p:handoutMasterIdLst>
    <p:handoutMasterId r:id="rId17"/>
  </p:handoutMasterIdLst>
  <p:sldIdLst>
    <p:sldId id="256" r:id="rId5"/>
    <p:sldId id="293" r:id="rId6"/>
    <p:sldId id="300" r:id="rId7"/>
    <p:sldId id="268" r:id="rId8"/>
    <p:sldId id="285" r:id="rId9"/>
    <p:sldId id="301" r:id="rId10"/>
    <p:sldId id="302" r:id="rId11"/>
    <p:sldId id="297" r:id="rId12"/>
    <p:sldId id="298" r:id="rId13"/>
    <p:sldId id="299" r:id="rId14"/>
    <p:sldId id="28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a:srgbClr val="969FA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D53E0F-157D-42A0-BCB4-695606AE3782}" v="46" dt="2024-10-10T16:10:50.369"/>
    <p1510:client id="{F1D4AF37-F088-3E14-AF8D-9DB7854E7083}" v="104" dt="2024-10-10T17:31:17.297"/>
  </p1510:revLst>
</p1510:revInfo>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esh, Sana" userId="S::ss2033@hw.ac.uk::c6571358-c60c-4e32-bfbd-bf7feb2a0067" providerId="AD" clId="Web-{BB8F56CC-937D-74BE-53C5-77F333118686}"/>
    <pc:docChg chg="modSld">
      <pc:chgData name="Sajesh, Sana" userId="S::ss2033@hw.ac.uk::c6571358-c60c-4e32-bfbd-bf7feb2a0067" providerId="AD" clId="Web-{BB8F56CC-937D-74BE-53C5-77F333118686}" dt="2024-10-02T11:02:02.464" v="7" actId="20577"/>
      <pc:docMkLst>
        <pc:docMk/>
      </pc:docMkLst>
      <pc:sldChg chg="modSp">
        <pc:chgData name="Sajesh, Sana" userId="S::ss2033@hw.ac.uk::c6571358-c60c-4e32-bfbd-bf7feb2a0067" providerId="AD" clId="Web-{BB8F56CC-937D-74BE-53C5-77F333118686}" dt="2024-10-02T11:02:02.464" v="7" actId="20577"/>
        <pc:sldMkLst>
          <pc:docMk/>
          <pc:sldMk cId="2209087390" sldId="301"/>
        </pc:sldMkLst>
        <pc:spChg chg="mod">
          <ac:chgData name="Sajesh, Sana" userId="S::ss2033@hw.ac.uk::c6571358-c60c-4e32-bfbd-bf7feb2a0067" providerId="AD" clId="Web-{BB8F56CC-937D-74BE-53C5-77F333118686}" dt="2024-10-02T11:02:02.464" v="7" actId="20577"/>
          <ac:spMkLst>
            <pc:docMk/>
            <pc:sldMk cId="2209087390" sldId="301"/>
            <ac:spMk id="2" creationId="{42F7F7C8-A697-E27E-FE50-D1CD28DA1844}"/>
          </ac:spMkLst>
        </pc:spChg>
      </pc:sldChg>
    </pc:docChg>
  </pc:docChgLst>
  <pc:docChgLst>
    <pc:chgData name="Sajesh, Sana" userId="S::ss2033@hw.ac.uk::c6571358-c60c-4e32-bfbd-bf7feb2a0067" providerId="AD" clId="Web-{CDE963E8-07D4-7280-D42F-BB918A2B4812}"/>
    <pc:docChg chg="modSld">
      <pc:chgData name="Sajesh, Sana" userId="S::ss2033@hw.ac.uk::c6571358-c60c-4e32-bfbd-bf7feb2a0067" providerId="AD" clId="Web-{CDE963E8-07D4-7280-D42F-BB918A2B4812}" dt="2024-10-03T14:20:03.135" v="2" actId="20577"/>
      <pc:docMkLst>
        <pc:docMk/>
      </pc:docMkLst>
      <pc:sldChg chg="modSp">
        <pc:chgData name="Sajesh, Sana" userId="S::ss2033@hw.ac.uk::c6571358-c60c-4e32-bfbd-bf7feb2a0067" providerId="AD" clId="Web-{CDE963E8-07D4-7280-D42F-BB918A2B4812}" dt="2024-10-03T14:20:03.135" v="2" actId="20577"/>
        <pc:sldMkLst>
          <pc:docMk/>
          <pc:sldMk cId="4259977132" sldId="268"/>
        </pc:sldMkLst>
        <pc:spChg chg="mod">
          <ac:chgData name="Sajesh, Sana" userId="S::ss2033@hw.ac.uk::c6571358-c60c-4e32-bfbd-bf7feb2a0067" providerId="AD" clId="Web-{CDE963E8-07D4-7280-D42F-BB918A2B4812}" dt="2024-10-03T14:20:03.135" v="2" actId="20577"/>
          <ac:spMkLst>
            <pc:docMk/>
            <pc:sldMk cId="4259977132" sldId="268"/>
            <ac:spMk id="24" creationId="{4C1675C6-9CE1-3D87-365F-B3DB1F59CE68}"/>
          </ac:spMkLst>
        </pc:spChg>
      </pc:sldChg>
    </pc:docChg>
  </pc:docChgLst>
  <pc:docChgLst>
    <pc:chgData clId="Web-{BB8F56CC-937D-74BE-53C5-77F333118686}"/>
    <pc:docChg chg="modSld">
      <pc:chgData name="" userId="" providerId="" clId="Web-{BB8F56CC-937D-74BE-53C5-77F333118686}" dt="2024-10-02T11:01:14.774" v="1" actId="20577"/>
      <pc:docMkLst>
        <pc:docMk/>
      </pc:docMkLst>
      <pc:sldChg chg="modSp">
        <pc:chgData name="" userId="" providerId="" clId="Web-{BB8F56CC-937D-74BE-53C5-77F333118686}" dt="2024-10-02T11:01:14.774" v="1" actId="20577"/>
        <pc:sldMkLst>
          <pc:docMk/>
          <pc:sldMk cId="2209087390" sldId="301"/>
        </pc:sldMkLst>
        <pc:spChg chg="mod">
          <ac:chgData name="" userId="" providerId="" clId="Web-{BB8F56CC-937D-74BE-53C5-77F333118686}" dt="2024-10-02T11:01:14.774" v="1" actId="20577"/>
          <ac:spMkLst>
            <pc:docMk/>
            <pc:sldMk cId="2209087390" sldId="301"/>
            <ac:spMk id="2" creationId="{42F7F7C8-A697-E27E-FE50-D1CD28DA1844}"/>
          </ac:spMkLst>
        </pc:spChg>
      </pc:sldChg>
    </pc:docChg>
  </pc:docChgLst>
  <pc:docChgLst>
    <pc:chgData name="Asim, Furwa" userId="063a894f-f81a-4d52-92ca-0e1aacfaae0b" providerId="ADAL" clId="{1FD53E0F-157D-42A0-BCB4-695606AE3782}"/>
    <pc:docChg chg="undo custSel addSld modSld">
      <pc:chgData name="Asim, Furwa" userId="063a894f-f81a-4d52-92ca-0e1aacfaae0b" providerId="ADAL" clId="{1FD53E0F-157D-42A0-BCB4-695606AE3782}" dt="2024-10-10T16:14:38.130" v="830" actId="1076"/>
      <pc:docMkLst>
        <pc:docMk/>
      </pc:docMkLst>
      <pc:sldChg chg="modSp mod">
        <pc:chgData name="Asim, Furwa" userId="063a894f-f81a-4d52-92ca-0e1aacfaae0b" providerId="ADAL" clId="{1FD53E0F-157D-42A0-BCB4-695606AE3782}" dt="2024-10-10T15:04:56.833" v="2" actId="20577"/>
        <pc:sldMkLst>
          <pc:docMk/>
          <pc:sldMk cId="1039759085" sldId="256"/>
        </pc:sldMkLst>
        <pc:spChg chg="mod">
          <ac:chgData name="Asim, Furwa" userId="063a894f-f81a-4d52-92ca-0e1aacfaae0b" providerId="ADAL" clId="{1FD53E0F-157D-42A0-BCB4-695606AE3782}" dt="2024-10-10T15:04:56.833" v="2" actId="20577"/>
          <ac:spMkLst>
            <pc:docMk/>
            <pc:sldMk cId="1039759085" sldId="256"/>
            <ac:spMk id="8" creationId="{479F0267-9D1C-BDA9-A152-B01CD379FC92}"/>
          </ac:spMkLst>
        </pc:spChg>
      </pc:sldChg>
      <pc:sldChg chg="modSp new mod">
        <pc:chgData name="Asim, Furwa" userId="063a894f-f81a-4d52-92ca-0e1aacfaae0b" providerId="ADAL" clId="{1FD53E0F-157D-42A0-BCB4-695606AE3782}" dt="2024-10-10T15:05:53.229" v="20" actId="20577"/>
        <pc:sldMkLst>
          <pc:docMk/>
          <pc:sldMk cId="2104705233" sldId="301"/>
        </pc:sldMkLst>
        <pc:spChg chg="mod">
          <ac:chgData name="Asim, Furwa" userId="063a894f-f81a-4d52-92ca-0e1aacfaae0b" providerId="ADAL" clId="{1FD53E0F-157D-42A0-BCB4-695606AE3782}" dt="2024-10-10T15:05:53.229" v="20" actId="20577"/>
          <ac:spMkLst>
            <pc:docMk/>
            <pc:sldMk cId="2104705233" sldId="301"/>
            <ac:spMk id="2" creationId="{91B6DEBD-3AC7-AB56-0644-AB65CB4CEBDF}"/>
          </ac:spMkLst>
        </pc:spChg>
      </pc:sldChg>
      <pc:sldChg chg="addSp delSp modSp new mod">
        <pc:chgData name="Asim, Furwa" userId="063a894f-f81a-4d52-92ca-0e1aacfaae0b" providerId="ADAL" clId="{1FD53E0F-157D-42A0-BCB4-695606AE3782}" dt="2024-10-10T16:14:38.130" v="830" actId="1076"/>
        <pc:sldMkLst>
          <pc:docMk/>
          <pc:sldMk cId="809569253" sldId="302"/>
        </pc:sldMkLst>
        <pc:spChg chg="mod">
          <ac:chgData name="Asim, Furwa" userId="063a894f-f81a-4d52-92ca-0e1aacfaae0b" providerId="ADAL" clId="{1FD53E0F-157D-42A0-BCB4-695606AE3782}" dt="2024-10-10T15:06:42.601" v="43" actId="20577"/>
          <ac:spMkLst>
            <pc:docMk/>
            <pc:sldMk cId="809569253" sldId="302"/>
            <ac:spMk id="2" creationId="{E4668917-1A26-ACC0-023E-DD2757445F3E}"/>
          </ac:spMkLst>
        </pc:spChg>
        <pc:spChg chg="del mod">
          <ac:chgData name="Asim, Furwa" userId="063a894f-f81a-4d52-92ca-0e1aacfaae0b" providerId="ADAL" clId="{1FD53E0F-157D-42A0-BCB4-695606AE3782}" dt="2024-10-10T15:43:24.275" v="481" actId="478"/>
          <ac:spMkLst>
            <pc:docMk/>
            <pc:sldMk cId="809569253" sldId="302"/>
            <ac:spMk id="3" creationId="{C860DCD2-5E61-15B5-D57F-D43EEBEED459}"/>
          </ac:spMkLst>
        </pc:spChg>
        <pc:spChg chg="add mod">
          <ac:chgData name="Asim, Furwa" userId="063a894f-f81a-4d52-92ca-0e1aacfaae0b" providerId="ADAL" clId="{1FD53E0F-157D-42A0-BCB4-695606AE3782}" dt="2024-10-10T16:11:36.126" v="680" actId="1076"/>
          <ac:spMkLst>
            <pc:docMk/>
            <pc:sldMk cId="809569253" sldId="302"/>
            <ac:spMk id="10" creationId="{AE65EF8C-A22F-262B-B262-3FDEED08E20B}"/>
          </ac:spMkLst>
        </pc:spChg>
        <pc:spChg chg="add mod">
          <ac:chgData name="Asim, Furwa" userId="063a894f-f81a-4d52-92ca-0e1aacfaae0b" providerId="ADAL" clId="{1FD53E0F-157D-42A0-BCB4-695606AE3782}" dt="2024-10-10T16:14:14.389" v="828" actId="1076"/>
          <ac:spMkLst>
            <pc:docMk/>
            <pc:sldMk cId="809569253" sldId="302"/>
            <ac:spMk id="11" creationId="{40296A2D-F357-CBFC-FFD5-F94C79A19720}"/>
          </ac:spMkLst>
        </pc:spChg>
        <pc:spChg chg="add del mod">
          <ac:chgData name="Asim, Furwa" userId="063a894f-f81a-4d52-92ca-0e1aacfaae0b" providerId="ADAL" clId="{1FD53E0F-157D-42A0-BCB4-695606AE3782}" dt="2024-10-10T15:43:49.480" v="506" actId="478"/>
          <ac:spMkLst>
            <pc:docMk/>
            <pc:sldMk cId="809569253" sldId="302"/>
            <ac:spMk id="13" creationId="{0F007063-6D1E-3482-8418-A32F62778363}"/>
          </ac:spMkLst>
        </pc:spChg>
        <pc:spChg chg="add mod">
          <ac:chgData name="Asim, Furwa" userId="063a894f-f81a-4d52-92ca-0e1aacfaae0b" providerId="ADAL" clId="{1FD53E0F-157D-42A0-BCB4-695606AE3782}" dt="2024-10-10T16:12:18.160" v="703" actId="1076"/>
          <ac:spMkLst>
            <pc:docMk/>
            <pc:sldMk cId="809569253" sldId="302"/>
            <ac:spMk id="14" creationId="{6C55DF69-1857-1FA5-1F48-29B118DFA1E0}"/>
          </ac:spMkLst>
        </pc:spChg>
        <pc:spChg chg="add mod">
          <ac:chgData name="Asim, Furwa" userId="063a894f-f81a-4d52-92ca-0e1aacfaae0b" providerId="ADAL" clId="{1FD53E0F-157D-42A0-BCB4-695606AE3782}" dt="2024-10-10T16:14:28.562" v="829" actId="1076"/>
          <ac:spMkLst>
            <pc:docMk/>
            <pc:sldMk cId="809569253" sldId="302"/>
            <ac:spMk id="15" creationId="{0DCCF606-8A94-2E52-8D25-E0A63AF14A37}"/>
          </ac:spMkLst>
        </pc:spChg>
        <pc:picChg chg="add mod">
          <ac:chgData name="Asim, Furwa" userId="063a894f-f81a-4d52-92ca-0e1aacfaae0b" providerId="ADAL" clId="{1FD53E0F-157D-42A0-BCB4-695606AE3782}" dt="2024-10-10T16:11:36.126" v="680" actId="1076"/>
          <ac:picMkLst>
            <pc:docMk/>
            <pc:sldMk cId="809569253" sldId="302"/>
            <ac:picMk id="5" creationId="{799307B4-5EF2-07B6-7A1B-3715730E3206}"/>
          </ac:picMkLst>
        </pc:picChg>
        <pc:picChg chg="add mod">
          <ac:chgData name="Asim, Furwa" userId="063a894f-f81a-4d52-92ca-0e1aacfaae0b" providerId="ADAL" clId="{1FD53E0F-157D-42A0-BCB4-695606AE3782}" dt="2024-10-10T16:14:14.389" v="828" actId="1076"/>
          <ac:picMkLst>
            <pc:docMk/>
            <pc:sldMk cId="809569253" sldId="302"/>
            <ac:picMk id="7" creationId="{6BA93E73-5CE7-2E06-09F4-B7BB6F74B6DB}"/>
          </ac:picMkLst>
        </pc:picChg>
        <pc:picChg chg="add mod">
          <ac:chgData name="Asim, Furwa" userId="063a894f-f81a-4d52-92ca-0e1aacfaae0b" providerId="ADAL" clId="{1FD53E0F-157D-42A0-BCB4-695606AE3782}" dt="2024-10-10T16:12:18.160" v="703" actId="1076"/>
          <ac:picMkLst>
            <pc:docMk/>
            <pc:sldMk cId="809569253" sldId="302"/>
            <ac:picMk id="9" creationId="{DE052409-BB71-6A60-FFD0-B9027918D62B}"/>
          </ac:picMkLst>
        </pc:picChg>
        <pc:picChg chg="add mod">
          <ac:chgData name="Asim, Furwa" userId="063a894f-f81a-4d52-92ca-0e1aacfaae0b" providerId="ADAL" clId="{1FD53E0F-157D-42A0-BCB4-695606AE3782}" dt="2024-10-10T16:14:38.130" v="830" actId="1076"/>
          <ac:picMkLst>
            <pc:docMk/>
            <pc:sldMk cId="809569253" sldId="302"/>
            <ac:picMk id="17" creationId="{88FB61EF-8803-CC2F-9B05-EE248410CF24}"/>
          </ac:picMkLst>
        </pc:picChg>
      </pc:sldChg>
    </pc:docChg>
  </pc:docChgLst>
  <pc:docChgLst>
    <pc:chgData name="Sajesh, Sana" userId="S::ss2033@hw.ac.uk::c6571358-c60c-4e32-bfbd-bf7feb2a0067" providerId="AD" clId="Web-{F1D4AF37-F088-3E14-AF8D-9DB7854E7083}"/>
    <pc:docChg chg="modSld">
      <pc:chgData name="Sajesh, Sana" userId="S::ss2033@hw.ac.uk::c6571358-c60c-4e32-bfbd-bf7feb2a0067" providerId="AD" clId="Web-{F1D4AF37-F088-3E14-AF8D-9DB7854E7083}" dt="2024-10-10T17:31:17.297" v="97" actId="1076"/>
      <pc:docMkLst>
        <pc:docMk/>
      </pc:docMkLst>
      <pc:sldChg chg="addSp delSp modSp mod setBg">
        <pc:chgData name="Sajesh, Sana" userId="S::ss2033@hw.ac.uk::c6571358-c60c-4e32-bfbd-bf7feb2a0067" providerId="AD" clId="Web-{F1D4AF37-F088-3E14-AF8D-9DB7854E7083}" dt="2024-10-10T17:31:17.297" v="97" actId="1076"/>
        <pc:sldMkLst>
          <pc:docMk/>
          <pc:sldMk cId="1327487" sldId="298"/>
        </pc:sldMkLst>
        <pc:spChg chg="del">
          <ac:chgData name="Sajesh, Sana" userId="S::ss2033@hw.ac.uk::c6571358-c60c-4e32-bfbd-bf7feb2a0067" providerId="AD" clId="Web-{F1D4AF37-F088-3E14-AF8D-9DB7854E7083}" dt="2024-10-10T17:17:44.105" v="89"/>
          <ac:spMkLst>
            <pc:docMk/>
            <pc:sldMk cId="1327487" sldId="298"/>
            <ac:spMk id="4" creationId="{00A02D98-C7F0-8ABC-2619-F08CF7447A64}"/>
          </ac:spMkLst>
        </pc:spChg>
        <pc:spChg chg="mod">
          <ac:chgData name="Sajesh, Sana" userId="S::ss2033@hw.ac.uk::c6571358-c60c-4e32-bfbd-bf7feb2a0067" providerId="AD" clId="Web-{F1D4AF37-F088-3E14-AF8D-9DB7854E7083}" dt="2024-10-10T17:31:05.656" v="95"/>
          <ac:spMkLst>
            <pc:docMk/>
            <pc:sldMk cId="1327487" sldId="298"/>
            <ac:spMk id="5" creationId="{21F85062-5E2D-F649-2B1A-0F11E5F9616F}"/>
          </ac:spMkLst>
        </pc:spChg>
        <pc:spChg chg="add del">
          <ac:chgData name="Sajesh, Sana" userId="S::ss2033@hw.ac.uk::c6571358-c60c-4e32-bfbd-bf7feb2a0067" providerId="AD" clId="Web-{F1D4AF37-F088-3E14-AF8D-9DB7854E7083}" dt="2024-10-10T17:31:05.656" v="95"/>
          <ac:spMkLst>
            <pc:docMk/>
            <pc:sldMk cId="1327487" sldId="298"/>
            <ac:spMk id="10" creationId="{DD651B61-325E-4E73-8445-38B0DE8AAAB6}"/>
          </ac:spMkLst>
        </pc:spChg>
        <pc:spChg chg="add del">
          <ac:chgData name="Sajesh, Sana" userId="S::ss2033@hw.ac.uk::c6571358-c60c-4e32-bfbd-bf7feb2a0067" providerId="AD" clId="Web-{F1D4AF37-F088-3E14-AF8D-9DB7854E7083}" dt="2024-10-10T17:31:05.656" v="95"/>
          <ac:spMkLst>
            <pc:docMk/>
            <pc:sldMk cId="1327487" sldId="298"/>
            <ac:spMk id="12" creationId="{B42E5253-D3AC-4AC2-B766-8B34F13C2F5E}"/>
          </ac:spMkLst>
        </pc:spChg>
        <pc:spChg chg="add del">
          <ac:chgData name="Sajesh, Sana" userId="S::ss2033@hw.ac.uk::c6571358-c60c-4e32-bfbd-bf7feb2a0067" providerId="AD" clId="Web-{F1D4AF37-F088-3E14-AF8D-9DB7854E7083}" dt="2024-10-10T17:31:05.656" v="95"/>
          <ac:spMkLst>
            <pc:docMk/>
            <pc:sldMk cId="1327487" sldId="298"/>
            <ac:spMk id="14" creationId="{10AE8D57-436A-4073-9A75-15BB5949F8B4}"/>
          </ac:spMkLst>
        </pc:spChg>
        <pc:spChg chg="add del">
          <ac:chgData name="Sajesh, Sana" userId="S::ss2033@hw.ac.uk::c6571358-c60c-4e32-bfbd-bf7feb2a0067" providerId="AD" clId="Web-{F1D4AF37-F088-3E14-AF8D-9DB7854E7083}" dt="2024-10-10T17:31:05.656" v="95"/>
          <ac:spMkLst>
            <pc:docMk/>
            <pc:sldMk cId="1327487" sldId="298"/>
            <ac:spMk id="16" creationId="{E2852671-8EB6-4EAF-8AF8-65CF3FD66456}"/>
          </ac:spMkLst>
        </pc:spChg>
        <pc:spChg chg="add del">
          <ac:chgData name="Sajesh, Sana" userId="S::ss2033@hw.ac.uk::c6571358-c60c-4e32-bfbd-bf7feb2a0067" providerId="AD" clId="Web-{F1D4AF37-F088-3E14-AF8D-9DB7854E7083}" dt="2024-10-10T17:31:05.656" v="95"/>
          <ac:spMkLst>
            <pc:docMk/>
            <pc:sldMk cId="1327487" sldId="298"/>
            <ac:spMk id="18" creationId="{26B4480E-B7FF-4481-890E-043A69AE6FE2}"/>
          </ac:spMkLst>
        </pc:spChg>
        <pc:grpChg chg="add del">
          <ac:chgData name="Sajesh, Sana" userId="S::ss2033@hw.ac.uk::c6571358-c60c-4e32-bfbd-bf7feb2a0067" providerId="AD" clId="Web-{F1D4AF37-F088-3E14-AF8D-9DB7854E7083}" dt="2024-10-10T17:31:05.656" v="95"/>
          <ac:grpSpMkLst>
            <pc:docMk/>
            <pc:sldMk cId="1327487" sldId="298"/>
            <ac:grpSpMk id="20" creationId="{79394E1F-0B5F-497D-B2A6-8383A2A54834}"/>
          </ac:grpSpMkLst>
        </pc:grpChg>
        <pc:picChg chg="add mod">
          <ac:chgData name="Sajesh, Sana" userId="S::ss2033@hw.ac.uk::c6571358-c60c-4e32-bfbd-bf7feb2a0067" providerId="AD" clId="Web-{F1D4AF37-F088-3E14-AF8D-9DB7854E7083}" dt="2024-10-10T17:31:17.297" v="97" actId="1076"/>
          <ac:picMkLst>
            <pc:docMk/>
            <pc:sldMk cId="1327487" sldId="298"/>
            <ac:picMk id="2" creationId="{31DC481B-A517-9C44-9597-9FB55DEE931E}"/>
          </ac:picMkLst>
        </pc:picChg>
        <pc:picChg chg="del">
          <ac:chgData name="Sajesh, Sana" userId="S::ss2033@hw.ac.uk::c6571358-c60c-4e32-bfbd-bf7feb2a0067" providerId="AD" clId="Web-{F1D4AF37-F088-3E14-AF8D-9DB7854E7083}" dt="2024-10-10T17:17:40.605" v="88"/>
          <ac:picMkLst>
            <pc:docMk/>
            <pc:sldMk cId="1327487" sldId="298"/>
            <ac:picMk id="3" creationId="{DD902967-A93B-A0C1-89A5-65F0AC101972}"/>
          </ac:picMkLst>
        </pc:picChg>
      </pc:sldChg>
      <pc:sldChg chg="addSp delSp modSp mod setBg">
        <pc:chgData name="Sajesh, Sana" userId="S::ss2033@hw.ac.uk::c6571358-c60c-4e32-bfbd-bf7feb2a0067" providerId="AD" clId="Web-{F1D4AF37-F088-3E14-AF8D-9DB7854E7083}" dt="2024-10-10T17:15:44.008" v="87" actId="20577"/>
        <pc:sldMkLst>
          <pc:docMk/>
          <pc:sldMk cId="2104705233" sldId="301"/>
        </pc:sldMkLst>
        <pc:spChg chg="mod">
          <ac:chgData name="Sajesh, Sana" userId="S::ss2033@hw.ac.uk::c6571358-c60c-4e32-bfbd-bf7feb2a0067" providerId="AD" clId="Web-{F1D4AF37-F088-3E14-AF8D-9DB7854E7083}" dt="2024-10-10T17:15:44.008" v="87" actId="20577"/>
          <ac:spMkLst>
            <pc:docMk/>
            <pc:sldMk cId="2104705233" sldId="301"/>
            <ac:spMk id="2" creationId="{91B6DEBD-3AC7-AB56-0644-AB65CB4CEBDF}"/>
          </ac:spMkLst>
        </pc:spChg>
        <pc:spChg chg="del">
          <ac:chgData name="Sajesh, Sana" userId="S::ss2033@hw.ac.uk::c6571358-c60c-4e32-bfbd-bf7feb2a0067" providerId="AD" clId="Web-{F1D4AF37-F088-3E14-AF8D-9DB7854E7083}" dt="2024-10-10T17:13:48.427" v="80"/>
          <ac:spMkLst>
            <pc:docMk/>
            <pc:sldMk cId="2104705233" sldId="301"/>
            <ac:spMk id="3" creationId="{2A3FA67C-4BA5-E950-6A26-5A5D55CCF8D5}"/>
          </ac:spMkLst>
        </pc:spChg>
        <pc:spChg chg="add">
          <ac:chgData name="Sajesh, Sana" userId="S::ss2033@hw.ac.uk::c6571358-c60c-4e32-bfbd-bf7feb2a0067" providerId="AD" clId="Web-{F1D4AF37-F088-3E14-AF8D-9DB7854E7083}" dt="2024-10-10T17:14:25.928" v="85"/>
          <ac:spMkLst>
            <pc:docMk/>
            <pc:sldMk cId="2104705233" sldId="301"/>
            <ac:spMk id="12" creationId="{35E47987-51DD-47D8-82CB-3239C1041015}"/>
          </ac:spMkLst>
        </pc:spChg>
        <pc:spChg chg="add">
          <ac:chgData name="Sajesh, Sana" userId="S::ss2033@hw.ac.uk::c6571358-c60c-4e32-bfbd-bf7feb2a0067" providerId="AD" clId="Web-{F1D4AF37-F088-3E14-AF8D-9DB7854E7083}" dt="2024-10-10T17:14:25.928" v="85"/>
          <ac:spMkLst>
            <pc:docMk/>
            <pc:sldMk cId="2104705233" sldId="301"/>
            <ac:spMk id="14" creationId="{343B51BC-A337-4FC1-8BEC-2C71D3B3F7B7}"/>
          </ac:spMkLst>
        </pc:spChg>
        <pc:spChg chg="add">
          <ac:chgData name="Sajesh, Sana" userId="S::ss2033@hw.ac.uk::c6571358-c60c-4e32-bfbd-bf7feb2a0067" providerId="AD" clId="Web-{F1D4AF37-F088-3E14-AF8D-9DB7854E7083}" dt="2024-10-10T17:14:25.928" v="85"/>
          <ac:spMkLst>
            <pc:docMk/>
            <pc:sldMk cId="2104705233" sldId="301"/>
            <ac:spMk id="16" creationId="{F06EB04D-98C2-4D74-86BC-1E95ECF5513B}"/>
          </ac:spMkLst>
        </pc:spChg>
        <pc:spChg chg="add">
          <ac:chgData name="Sajesh, Sana" userId="S::ss2033@hw.ac.uk::c6571358-c60c-4e32-bfbd-bf7feb2a0067" providerId="AD" clId="Web-{F1D4AF37-F088-3E14-AF8D-9DB7854E7083}" dt="2024-10-10T17:14:25.928" v="85"/>
          <ac:spMkLst>
            <pc:docMk/>
            <pc:sldMk cId="2104705233" sldId="301"/>
            <ac:spMk id="18" creationId="{5FE21824-8381-405C-BDEF-3859DE644D5E}"/>
          </ac:spMkLst>
        </pc:spChg>
        <pc:spChg chg="add">
          <ac:chgData name="Sajesh, Sana" userId="S::ss2033@hw.ac.uk::c6571358-c60c-4e32-bfbd-bf7feb2a0067" providerId="AD" clId="Web-{F1D4AF37-F088-3E14-AF8D-9DB7854E7083}" dt="2024-10-10T17:14:25.928" v="85"/>
          <ac:spMkLst>
            <pc:docMk/>
            <pc:sldMk cId="2104705233" sldId="301"/>
            <ac:spMk id="20" creationId="{6EA7B49C-1DDA-4A36-B615-CCE52D7703F7}"/>
          </ac:spMkLst>
        </pc:spChg>
        <pc:spChg chg="add">
          <ac:chgData name="Sajesh, Sana" userId="S::ss2033@hw.ac.uk::c6571358-c60c-4e32-bfbd-bf7feb2a0067" providerId="AD" clId="Web-{F1D4AF37-F088-3E14-AF8D-9DB7854E7083}" dt="2024-10-10T17:14:25.928" v="85"/>
          <ac:spMkLst>
            <pc:docMk/>
            <pc:sldMk cId="2104705233" sldId="301"/>
            <ac:spMk id="22" creationId="{0349BF0E-90A2-447D-851A-A1C4FC5E5926}"/>
          </ac:spMkLst>
        </pc:spChg>
        <pc:spChg chg="add">
          <ac:chgData name="Sajesh, Sana" userId="S::ss2033@hw.ac.uk::c6571358-c60c-4e32-bfbd-bf7feb2a0067" providerId="AD" clId="Web-{F1D4AF37-F088-3E14-AF8D-9DB7854E7083}" dt="2024-10-10T17:14:25.928" v="85"/>
          <ac:spMkLst>
            <pc:docMk/>
            <pc:sldMk cId="2104705233" sldId="301"/>
            <ac:spMk id="24" creationId="{5B432A1A-7A25-4237-B64F-E0244D852BE2}"/>
          </ac:spMkLst>
        </pc:spChg>
        <pc:spChg chg="add">
          <ac:chgData name="Sajesh, Sana" userId="S::ss2033@hw.ac.uk::c6571358-c60c-4e32-bfbd-bf7feb2a0067" providerId="AD" clId="Web-{F1D4AF37-F088-3E14-AF8D-9DB7854E7083}" dt="2024-10-10T17:14:25.928" v="85"/>
          <ac:spMkLst>
            <pc:docMk/>
            <pc:sldMk cId="2104705233" sldId="301"/>
            <ac:spMk id="26" creationId="{371419D3-21C1-47D3-9BB6-2E08FCE81601}"/>
          </ac:spMkLst>
        </pc:spChg>
        <pc:spChg chg="add">
          <ac:chgData name="Sajesh, Sana" userId="S::ss2033@hw.ac.uk::c6571358-c60c-4e32-bfbd-bf7feb2a0067" providerId="AD" clId="Web-{F1D4AF37-F088-3E14-AF8D-9DB7854E7083}" dt="2024-10-10T17:14:25.928" v="85"/>
          <ac:spMkLst>
            <pc:docMk/>
            <pc:sldMk cId="2104705233" sldId="301"/>
            <ac:spMk id="28" creationId="{99383C2D-F910-444C-AFBF-2A6C72EBA64D}"/>
          </ac:spMkLst>
        </pc:spChg>
        <pc:spChg chg="add">
          <ac:chgData name="Sajesh, Sana" userId="S::ss2033@hw.ac.uk::c6571358-c60c-4e32-bfbd-bf7feb2a0067" providerId="AD" clId="Web-{F1D4AF37-F088-3E14-AF8D-9DB7854E7083}" dt="2024-10-10T17:14:25.928" v="85"/>
          <ac:spMkLst>
            <pc:docMk/>
            <pc:sldMk cId="2104705233" sldId="301"/>
            <ac:spMk id="30" creationId="{8AC7279F-774B-48BD-8EC4-E7346A34AB1A}"/>
          </ac:spMkLst>
        </pc:spChg>
        <pc:spChg chg="add">
          <ac:chgData name="Sajesh, Sana" userId="S::ss2033@hw.ac.uk::c6571358-c60c-4e32-bfbd-bf7feb2a0067" providerId="AD" clId="Web-{F1D4AF37-F088-3E14-AF8D-9DB7854E7083}" dt="2024-10-10T17:14:25.928" v="85"/>
          <ac:spMkLst>
            <pc:docMk/>
            <pc:sldMk cId="2104705233" sldId="301"/>
            <ac:spMk id="32" creationId="{7DDFE527-440F-4625-B425-54376B60CE5E}"/>
          </ac:spMkLst>
        </pc:spChg>
        <pc:spChg chg="add">
          <ac:chgData name="Sajesh, Sana" userId="S::ss2033@hw.ac.uk::c6571358-c60c-4e32-bfbd-bf7feb2a0067" providerId="AD" clId="Web-{F1D4AF37-F088-3E14-AF8D-9DB7854E7083}" dt="2024-10-10T17:14:25.928" v="85"/>
          <ac:spMkLst>
            <pc:docMk/>
            <pc:sldMk cId="2104705233" sldId="301"/>
            <ac:spMk id="34" creationId="{8C2E4842-085B-4316-A26B-BFB4CF21553E}"/>
          </ac:spMkLst>
        </pc:spChg>
        <pc:spChg chg="add">
          <ac:chgData name="Sajesh, Sana" userId="S::ss2033@hw.ac.uk::c6571358-c60c-4e32-bfbd-bf7feb2a0067" providerId="AD" clId="Web-{F1D4AF37-F088-3E14-AF8D-9DB7854E7083}" dt="2024-10-10T17:14:25.928" v="85"/>
          <ac:spMkLst>
            <pc:docMk/>
            <pc:sldMk cId="2104705233" sldId="301"/>
            <ac:spMk id="36" creationId="{E8015A85-E7C2-4028-A775-8B61DA2C216A}"/>
          </ac:spMkLst>
        </pc:spChg>
        <pc:picChg chg="add mod ord">
          <ac:chgData name="Sajesh, Sana" userId="S::ss2033@hw.ac.uk::c6571358-c60c-4e32-bfbd-bf7feb2a0067" providerId="AD" clId="Web-{F1D4AF37-F088-3E14-AF8D-9DB7854E7083}" dt="2024-10-10T17:14:25.928" v="85"/>
          <ac:picMkLst>
            <pc:docMk/>
            <pc:sldMk cId="2104705233" sldId="301"/>
            <ac:picMk id="4" creationId="{5A323664-050E-6918-A159-2B5756902146}"/>
          </ac:picMkLst>
        </pc:picChg>
        <pc:picChg chg="add mod ord">
          <ac:chgData name="Sajesh, Sana" userId="S::ss2033@hw.ac.uk::c6571358-c60c-4e32-bfbd-bf7feb2a0067" providerId="AD" clId="Web-{F1D4AF37-F088-3E14-AF8D-9DB7854E7083}" dt="2024-10-10T17:14:25.928" v="85"/>
          <ac:picMkLst>
            <pc:docMk/>
            <pc:sldMk cId="2104705233" sldId="301"/>
            <ac:picMk id="5" creationId="{30F70F78-2691-3E80-FBBE-A4E675179308}"/>
          </ac:picMkLst>
        </pc:picChg>
        <pc:picChg chg="add mod">
          <ac:chgData name="Sajesh, Sana" userId="S::ss2033@hw.ac.uk::c6571358-c60c-4e32-bfbd-bf7feb2a0067" providerId="AD" clId="Web-{F1D4AF37-F088-3E14-AF8D-9DB7854E7083}" dt="2024-10-10T17:14:25.928" v="85"/>
          <ac:picMkLst>
            <pc:docMk/>
            <pc:sldMk cId="2104705233" sldId="301"/>
            <ac:picMk id="6" creationId="{E7B38DAD-5CE9-FB02-1E15-46FE6DCE9C78}"/>
          </ac:picMkLst>
        </pc:picChg>
        <pc:picChg chg="add mod">
          <ac:chgData name="Sajesh, Sana" userId="S::ss2033@hw.ac.uk::c6571358-c60c-4e32-bfbd-bf7feb2a0067" providerId="AD" clId="Web-{F1D4AF37-F088-3E14-AF8D-9DB7854E7083}" dt="2024-10-10T17:14:25.928" v="85"/>
          <ac:picMkLst>
            <pc:docMk/>
            <pc:sldMk cId="2104705233" sldId="301"/>
            <ac:picMk id="7" creationId="{FF21A5E7-B448-748C-8A8E-7C998DB3EAE9}"/>
          </ac:picMkLst>
        </pc:picChg>
      </pc:sldChg>
      <pc:sldChg chg="modSp">
        <pc:chgData name="Sajesh, Sana" userId="S::ss2033@hw.ac.uk::c6571358-c60c-4e32-bfbd-bf7feb2a0067" providerId="AD" clId="Web-{F1D4AF37-F088-3E14-AF8D-9DB7854E7083}" dt="2024-10-10T16:51:06.046" v="79" actId="20577"/>
        <pc:sldMkLst>
          <pc:docMk/>
          <pc:sldMk cId="809569253" sldId="302"/>
        </pc:sldMkLst>
        <pc:spChg chg="mod">
          <ac:chgData name="Sajesh, Sana" userId="S::ss2033@hw.ac.uk::c6571358-c60c-4e32-bfbd-bf7feb2a0067" providerId="AD" clId="Web-{F1D4AF37-F088-3E14-AF8D-9DB7854E7083}" dt="2024-10-10T16:50:57.249" v="78" actId="20577"/>
          <ac:spMkLst>
            <pc:docMk/>
            <pc:sldMk cId="809569253" sldId="302"/>
            <ac:spMk id="11" creationId="{40296A2D-F357-CBFC-FFD5-F94C79A19720}"/>
          </ac:spMkLst>
        </pc:spChg>
        <pc:spChg chg="mod">
          <ac:chgData name="Sajesh, Sana" userId="S::ss2033@hw.ac.uk::c6571358-c60c-4e32-bfbd-bf7feb2a0067" providerId="AD" clId="Web-{F1D4AF37-F088-3E14-AF8D-9DB7854E7083}" dt="2024-10-10T16:51:06.046" v="79" actId="20577"/>
          <ac:spMkLst>
            <pc:docMk/>
            <pc:sldMk cId="809569253" sldId="302"/>
            <ac:spMk id="14" creationId="{6C55DF69-1857-1FA5-1F48-29B118DFA1E0}"/>
          </ac:spMkLst>
        </pc:spChg>
        <pc:picChg chg="mod">
          <ac:chgData name="Sajesh, Sana" userId="S::ss2033@hw.ac.uk::c6571358-c60c-4e32-bfbd-bf7feb2a0067" providerId="AD" clId="Web-{F1D4AF37-F088-3E14-AF8D-9DB7854E7083}" dt="2024-10-10T16:50:19.684" v="3" actId="1076"/>
          <ac:picMkLst>
            <pc:docMk/>
            <pc:sldMk cId="809569253" sldId="302"/>
            <ac:picMk id="7" creationId="{6BA93E73-5CE7-2E06-09F4-B7BB6F74B6DB}"/>
          </ac:picMkLst>
        </pc:picChg>
        <pc:picChg chg="mod">
          <ac:chgData name="Sajesh, Sana" userId="S::ss2033@hw.ac.uk::c6571358-c60c-4e32-bfbd-bf7feb2a0067" providerId="AD" clId="Web-{F1D4AF37-F088-3E14-AF8D-9DB7854E7083}" dt="2024-10-10T16:50:18.856" v="2" actId="1076"/>
          <ac:picMkLst>
            <pc:docMk/>
            <pc:sldMk cId="809569253" sldId="302"/>
            <ac:picMk id="9" creationId="{DE052409-BB71-6A60-FFD0-B9027918D62B}"/>
          </ac:picMkLst>
        </pc:picChg>
      </pc:sldChg>
    </pc:docChg>
  </pc:docChgLst>
  <pc:docChgLst>
    <pc:chgData name="Asim, Furwa" userId="S::fa3009@hw.ac.uk::063a894f-f81a-4d52-92ca-0e1aacfaae0b" providerId="AD" clId="Web-{575566B7-3946-54D6-F0E1-9041F71E59B2}"/>
    <pc:docChg chg="modSld">
      <pc:chgData name="Asim, Furwa" userId="S::fa3009@hw.ac.uk::063a894f-f81a-4d52-92ca-0e1aacfaae0b" providerId="AD" clId="Web-{575566B7-3946-54D6-F0E1-9041F71E59B2}" dt="2024-10-03T15:58:54.170" v="32"/>
      <pc:docMkLst>
        <pc:docMk/>
      </pc:docMkLst>
      <pc:sldChg chg="addSp delSp modSp">
        <pc:chgData name="Asim, Furwa" userId="S::fa3009@hw.ac.uk::063a894f-f81a-4d52-92ca-0e1aacfaae0b" providerId="AD" clId="Web-{575566B7-3946-54D6-F0E1-9041F71E59B2}" dt="2024-10-03T15:58:54.170" v="32"/>
        <pc:sldMkLst>
          <pc:docMk/>
          <pc:sldMk cId="1039759085" sldId="256"/>
        </pc:sldMkLst>
        <pc:spChg chg="add del mod">
          <ac:chgData name="Asim, Furwa" userId="S::fa3009@hw.ac.uk::063a894f-f81a-4d52-92ca-0e1aacfaae0b" providerId="AD" clId="Web-{575566B7-3946-54D6-F0E1-9041F71E59B2}" dt="2024-10-03T15:58:54.170" v="32"/>
          <ac:spMkLst>
            <pc:docMk/>
            <pc:sldMk cId="1039759085" sldId="256"/>
            <ac:spMk id="2" creationId="{4789C8C6-5969-CB0B-544B-40CD228C54A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4C3C3A6-B337-4D83-9CDB-B9C35780FF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1C79A68-3D73-4695-8C1E-3CDBCB536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97C6B7-F63D-48F8-8C65-A57506B0F13B}" type="datetimeFigureOut">
              <a:rPr lang="en-US" smtClean="0"/>
              <a:t>10/10/2024</a:t>
            </a:fld>
            <a:endParaRPr lang="en-US"/>
          </a:p>
        </p:txBody>
      </p:sp>
      <p:sp>
        <p:nvSpPr>
          <p:cNvPr id="4" name="Footer Placeholder 3">
            <a:extLst>
              <a:ext uri="{FF2B5EF4-FFF2-40B4-BE49-F238E27FC236}">
                <a16:creationId xmlns:a16="http://schemas.microsoft.com/office/drawing/2014/main" id="{3CF5045C-A7CE-41D4-85C5-0E9ACEEF9B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59ABD0F-F8EA-4B9F-8647-FC7D4AE3D83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AB78DD-9481-4863-BCCC-946573546DA1}" type="slidenum">
              <a:rPr lang="en-US" smtClean="0"/>
              <a:t>‹#›</a:t>
            </a:fld>
            <a:endParaRPr lang="en-US"/>
          </a:p>
        </p:txBody>
      </p:sp>
    </p:spTree>
    <p:extLst>
      <p:ext uri="{BB962C8B-B14F-4D97-AF65-F5344CB8AC3E}">
        <p14:creationId xmlns:p14="http://schemas.microsoft.com/office/powerpoint/2010/main" val="585040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09A0FA-2191-4F92-A1E4-6EB4598AC4EC}" type="datetimeFigureOut">
              <a:rPr lang="en-US" smtClean="0"/>
              <a:t>10/10/2024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3359F2-43EF-4812-9DC0-98C0B1A40681}" type="slidenum">
              <a:rPr lang="en-US" smtClean="0"/>
              <a:t>‹#›</a:t>
            </a:fld>
            <a:endParaRPr lang="en-US"/>
          </a:p>
        </p:txBody>
      </p:sp>
    </p:spTree>
    <p:extLst>
      <p:ext uri="{BB962C8B-B14F-4D97-AF65-F5344CB8AC3E}">
        <p14:creationId xmlns:p14="http://schemas.microsoft.com/office/powerpoint/2010/main" val="47011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1</a:t>
            </a:fld>
            <a:endParaRPr lang="en-US"/>
          </a:p>
        </p:txBody>
      </p:sp>
    </p:spTree>
    <p:extLst>
      <p:ext uri="{BB962C8B-B14F-4D97-AF65-F5344CB8AC3E}">
        <p14:creationId xmlns:p14="http://schemas.microsoft.com/office/powerpoint/2010/main" val="1983523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2</a:t>
            </a:fld>
            <a:endParaRPr lang="en-US"/>
          </a:p>
        </p:txBody>
      </p:sp>
    </p:spTree>
    <p:extLst>
      <p:ext uri="{BB962C8B-B14F-4D97-AF65-F5344CB8AC3E}">
        <p14:creationId xmlns:p14="http://schemas.microsoft.com/office/powerpoint/2010/main" val="990704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project uses a dataset that combines common features of multiple datasets like Cleveland etc.</a:t>
            </a:r>
            <a:endParaRPr lang="en-AE"/>
          </a:p>
        </p:txBody>
      </p:sp>
      <p:sp>
        <p:nvSpPr>
          <p:cNvPr id="4" name="Slide Number Placeholder 3"/>
          <p:cNvSpPr>
            <a:spLocks noGrp="1"/>
          </p:cNvSpPr>
          <p:nvPr>
            <p:ph type="sldNum" sz="quarter" idx="5"/>
          </p:nvPr>
        </p:nvSpPr>
        <p:spPr/>
        <p:txBody>
          <a:bodyPr/>
          <a:lstStyle/>
          <a:p>
            <a:fld id="{B63359F2-43EF-4812-9DC0-98C0B1A40681}" type="slidenum">
              <a:rPr lang="en-US" smtClean="0"/>
              <a:t>3</a:t>
            </a:fld>
            <a:endParaRPr lang="en-US"/>
          </a:p>
        </p:txBody>
      </p:sp>
    </p:spTree>
    <p:extLst>
      <p:ext uri="{BB962C8B-B14F-4D97-AF65-F5344CB8AC3E}">
        <p14:creationId xmlns:p14="http://schemas.microsoft.com/office/powerpoint/2010/main" val="3725553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4</a:t>
            </a:fld>
            <a:endParaRPr lang="en-US"/>
          </a:p>
        </p:txBody>
      </p:sp>
    </p:spTree>
    <p:extLst>
      <p:ext uri="{BB962C8B-B14F-4D97-AF65-F5344CB8AC3E}">
        <p14:creationId xmlns:p14="http://schemas.microsoft.com/office/powerpoint/2010/main" val="35096703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5</a:t>
            </a:fld>
            <a:endParaRPr lang="en-US"/>
          </a:p>
        </p:txBody>
      </p:sp>
    </p:spTree>
    <p:extLst>
      <p:ext uri="{BB962C8B-B14F-4D97-AF65-F5344CB8AC3E}">
        <p14:creationId xmlns:p14="http://schemas.microsoft.com/office/powerpoint/2010/main" val="37343197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8</a:t>
            </a:fld>
            <a:endParaRPr lang="en-US"/>
          </a:p>
        </p:txBody>
      </p:sp>
    </p:spTree>
    <p:extLst>
      <p:ext uri="{BB962C8B-B14F-4D97-AF65-F5344CB8AC3E}">
        <p14:creationId xmlns:p14="http://schemas.microsoft.com/office/powerpoint/2010/main" val="2997097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63359F2-43EF-4812-9DC0-98C0B1A40681}" type="slidenum">
              <a:rPr lang="en-US" smtClean="0"/>
              <a:t>11</a:t>
            </a:fld>
            <a:endParaRPr lang="en-US"/>
          </a:p>
        </p:txBody>
      </p:sp>
    </p:spTree>
    <p:extLst>
      <p:ext uri="{BB962C8B-B14F-4D97-AF65-F5344CB8AC3E}">
        <p14:creationId xmlns:p14="http://schemas.microsoft.com/office/powerpoint/2010/main" val="1657027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r>
              <a:rPr lang="en-US"/>
              <a:t>20XX</a:t>
            </a:r>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7666156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r>
              <a:rPr lang="en-US"/>
              <a:t>20XX</a:t>
            </a:r>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5957535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r>
              <a:rPr lang="en-US"/>
              <a:t>20XX</a:t>
            </a:r>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201489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20XX</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586149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20XX</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491554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20XX</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329753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2320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r>
              <a:rPr lang="en-US"/>
              <a:t>20XX</a:t>
            </a:r>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4989077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2458643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20XX</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90873301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r>
              <a:rPr lang="en-US"/>
              <a:t>20XX</a:t>
            </a:r>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1503988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31937252-EACE-4232-855F-5C47E3F8B087}"/>
              </a:ext>
            </a:extLst>
          </p:cNvPr>
          <p:cNvSpPr>
            <a:spLocks noGrp="1"/>
          </p:cNvSpPr>
          <p:nvPr>
            <p:ph type="ctrTitle" hasCustomPrompt="1"/>
          </p:nvPr>
        </p:nvSpPr>
        <p:spPr>
          <a:xfrm>
            <a:off x="457200" y="1070901"/>
            <a:ext cx="11265407" cy="1499616"/>
          </a:xfrm>
        </p:spPr>
        <p:txBody>
          <a:bodyPr>
            <a:noAutofit/>
          </a:bodyPr>
          <a:lstStyle>
            <a:lvl1pPr>
              <a:defRPr/>
            </a:lvl1pPr>
          </a:lstStyle>
          <a:p>
            <a:r>
              <a:rPr lang="en-US"/>
              <a:t>Click to add title</a:t>
            </a:r>
          </a:p>
        </p:txBody>
      </p:sp>
      <p:sp>
        <p:nvSpPr>
          <p:cNvPr id="25" name="Picture Placeholder 24">
            <a:extLst>
              <a:ext uri="{FF2B5EF4-FFF2-40B4-BE49-F238E27FC236}">
                <a16:creationId xmlns:a16="http://schemas.microsoft.com/office/drawing/2014/main" id="{CBA6DBC1-39A1-48A6-8B81-3CD966D06E81}"/>
              </a:ext>
            </a:extLst>
          </p:cNvPr>
          <p:cNvSpPr>
            <a:spLocks noGrp="1"/>
          </p:cNvSpPr>
          <p:nvPr>
            <p:ph type="pic" sz="quarter" idx="13" hasCustomPrompt="1"/>
          </p:nvPr>
        </p:nvSpPr>
        <p:spPr>
          <a:xfrm>
            <a:off x="448055" y="3103684"/>
            <a:ext cx="11274551" cy="3287971"/>
          </a:xfrm>
          <a:solidFill>
            <a:schemeClr val="accent2"/>
          </a:solidFill>
        </p:spPr>
        <p:txBody>
          <a:bodyPr anchor="t" anchorCtr="0">
            <a:normAutofit/>
          </a:bodyPr>
          <a:lstStyle>
            <a:lvl1pPr marL="0" indent="0" algn="ctr">
              <a:buNone/>
              <a:defRPr/>
            </a:lvl1pPr>
          </a:lstStyle>
          <a:p>
            <a:r>
              <a:rPr lang="en-US"/>
              <a:t>Click to add picture</a:t>
            </a:r>
          </a:p>
        </p:txBody>
      </p:sp>
    </p:spTree>
    <p:extLst>
      <p:ext uri="{BB962C8B-B14F-4D97-AF65-F5344CB8AC3E}">
        <p14:creationId xmlns:p14="http://schemas.microsoft.com/office/powerpoint/2010/main" val="22281959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ntroduction bottom">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9CC542F-D03C-4537-9B6E-7F653B651524}"/>
              </a:ext>
            </a:extLst>
          </p:cNvPr>
          <p:cNvSpPr>
            <a:spLocks noGrp="1"/>
          </p:cNvSpPr>
          <p:nvPr>
            <p:ph type="title" hasCustomPrompt="1"/>
          </p:nvPr>
        </p:nvSpPr>
        <p:spPr>
          <a:xfrm>
            <a:off x="457200" y="2878091"/>
            <a:ext cx="3729789" cy="3440485"/>
          </a:xfrm>
        </p:spPr>
        <p:txBody>
          <a:bodyPr tIns="182880" bIns="182880" anchor="ctr" anchorCtr="0">
            <a:noAutofit/>
          </a:bodyPr>
          <a:lstStyle/>
          <a:p>
            <a:r>
              <a:rPr lang="en-US"/>
              <a:t>Click to add title</a:t>
            </a:r>
            <a:endParaRPr lang="en-US">
              <a:solidFill>
                <a:schemeClr val="tx2"/>
              </a:solidFill>
            </a:endParaRPr>
          </a:p>
        </p:txBody>
      </p:sp>
      <p:sp>
        <p:nvSpPr>
          <p:cNvPr id="3" name="Picture Placeholder 2">
            <a:extLst>
              <a:ext uri="{FF2B5EF4-FFF2-40B4-BE49-F238E27FC236}">
                <a16:creationId xmlns:a16="http://schemas.microsoft.com/office/drawing/2014/main" id="{130F1D2B-CBE7-6279-2158-7A9F3B5D5C61}"/>
              </a:ext>
            </a:extLst>
          </p:cNvPr>
          <p:cNvSpPr>
            <a:spLocks noGrp="1"/>
          </p:cNvSpPr>
          <p:nvPr>
            <p:ph type="pic" sz="quarter" idx="19" hasCustomPrompt="1"/>
          </p:nvPr>
        </p:nvSpPr>
        <p:spPr>
          <a:xfrm>
            <a:off x="457200" y="670560"/>
            <a:ext cx="11267440" cy="2139696"/>
          </a:xfrm>
          <a:custGeom>
            <a:avLst/>
            <a:gdLst>
              <a:gd name="connsiteX0" fmla="*/ 3783068 w 11267440"/>
              <a:gd name="connsiteY0" fmla="*/ 0 h 2139696"/>
              <a:gd name="connsiteX1" fmla="*/ 11267440 w 11267440"/>
              <a:gd name="connsiteY1" fmla="*/ 0 h 2139696"/>
              <a:gd name="connsiteX2" fmla="*/ 11267440 w 11267440"/>
              <a:gd name="connsiteY2" fmla="*/ 2139696 h 2139696"/>
              <a:gd name="connsiteX3" fmla="*/ 3783068 w 11267440"/>
              <a:gd name="connsiteY3" fmla="*/ 2139696 h 2139696"/>
              <a:gd name="connsiteX4" fmla="*/ 0 w 11267440"/>
              <a:gd name="connsiteY4" fmla="*/ 0 h 2139696"/>
              <a:gd name="connsiteX5" fmla="*/ 3677799 w 11267440"/>
              <a:gd name="connsiteY5" fmla="*/ 0 h 2139696"/>
              <a:gd name="connsiteX6" fmla="*/ 3677799 w 11267440"/>
              <a:gd name="connsiteY6" fmla="*/ 2139696 h 2139696"/>
              <a:gd name="connsiteX7" fmla="*/ 0 w 11267440"/>
              <a:gd name="connsiteY7" fmla="*/ 2139696 h 213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67440" h="2139696">
                <a:moveTo>
                  <a:pt x="3783068" y="0"/>
                </a:moveTo>
                <a:lnTo>
                  <a:pt x="11267440" y="0"/>
                </a:lnTo>
                <a:lnTo>
                  <a:pt x="11267440" y="2139696"/>
                </a:lnTo>
                <a:lnTo>
                  <a:pt x="3783068" y="2139696"/>
                </a:lnTo>
                <a:close/>
                <a:moveTo>
                  <a:pt x="0" y="0"/>
                </a:moveTo>
                <a:lnTo>
                  <a:pt x="3677799" y="0"/>
                </a:lnTo>
                <a:lnTo>
                  <a:pt x="3677799" y="2139696"/>
                </a:lnTo>
                <a:lnTo>
                  <a:pt x="0" y="2139696"/>
                </a:lnTo>
                <a:close/>
              </a:path>
            </a:pathLst>
          </a:custGeom>
          <a:solidFill>
            <a:schemeClr val="accent2"/>
          </a:solidFill>
        </p:spPr>
        <p:txBody>
          <a:bodyPr wrap="square" anchor="t" anchorCtr="0">
            <a:noAutofit/>
          </a:bodyPr>
          <a:lstStyle>
            <a:lvl1pPr marL="0" indent="0" algn="ctr">
              <a:buNone/>
              <a:defRPr/>
            </a:lvl1pPr>
          </a:lstStyle>
          <a:p>
            <a:r>
              <a:rPr lang="en-US"/>
              <a:t>Click to add picture</a:t>
            </a:r>
          </a:p>
        </p:txBody>
      </p:sp>
      <p:sp>
        <p:nvSpPr>
          <p:cNvPr id="7" name="Content Placeholder 5">
            <a:extLst>
              <a:ext uri="{FF2B5EF4-FFF2-40B4-BE49-F238E27FC236}">
                <a16:creationId xmlns:a16="http://schemas.microsoft.com/office/drawing/2014/main" id="{135EE74D-5A60-B83C-5C2D-7B6FEA778FCB}"/>
              </a:ext>
            </a:extLst>
          </p:cNvPr>
          <p:cNvSpPr>
            <a:spLocks noGrp="1"/>
          </p:cNvSpPr>
          <p:nvPr>
            <p:ph sz="quarter" idx="4" hasCustomPrompt="1"/>
          </p:nvPr>
        </p:nvSpPr>
        <p:spPr>
          <a:xfrm>
            <a:off x="4305827" y="2878091"/>
            <a:ext cx="7418813" cy="3440485"/>
          </a:xfrm>
        </p:spPr>
        <p:txBody>
          <a:bodyPr anchor="ctr" anchorCtr="0">
            <a:normAutofit/>
          </a:bodyPr>
          <a:lstStyle>
            <a:lvl1pPr marL="283464" indent="-283464">
              <a:buFont typeface="Arial" panose="020B0604020202020204" pitchFamily="34" charset="0"/>
              <a:buChar char="•"/>
              <a:defRPr/>
            </a:lvl1pPr>
            <a:lvl2pPr marL="283464" indent="-283464">
              <a:buFont typeface="Arial" panose="020B0604020202020204" pitchFamily="34" charset="0"/>
              <a:buChar char="•"/>
              <a:defRPr/>
            </a:lvl2pPr>
            <a:lvl3pPr marL="283464" indent="-283464">
              <a:buFont typeface="Arial" panose="020B0604020202020204" pitchFamily="34" charset="0"/>
              <a:buChar char="•"/>
              <a:defRPr/>
            </a:lvl3pPr>
            <a:lvl4pPr marL="283464" indent="-283464">
              <a:buFont typeface="Arial" panose="020B0604020202020204" pitchFamily="34" charset="0"/>
              <a:buChar char="•"/>
              <a:defRPr/>
            </a:lvl4pPr>
            <a:lvl5pPr marL="283464" indent="-283464">
              <a:buFont typeface="Arial" panose="020B0604020202020204" pitchFamily="34" charset="0"/>
              <a:buChar char="•"/>
              <a:defRPr/>
            </a:lvl5pPr>
          </a:lstStyle>
          <a:p>
            <a:pPr lvl="0"/>
            <a:r>
              <a:rPr lang="en-US"/>
              <a:t>Click to add text </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2BCF1FAD-0BAD-2574-3352-B152DF76C150}"/>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EC328E41-645E-D257-FFF3-93344A8E4FA5}"/>
              </a:ext>
            </a:extLst>
          </p:cNvPr>
          <p:cNvSpPr>
            <a:spLocks noGrp="1"/>
          </p:cNvSpPr>
          <p:nvPr>
            <p:ph type="dt" sz="half" idx="16"/>
          </p:nvPr>
        </p:nvSpPr>
        <p:spPr/>
        <p:txBody>
          <a:bodyPr/>
          <a:lstStyle/>
          <a:p>
            <a:r>
              <a:rPr lang="en-US"/>
              <a:t>20XX</a:t>
            </a:r>
          </a:p>
        </p:txBody>
      </p:sp>
      <p:sp>
        <p:nvSpPr>
          <p:cNvPr id="14" name="Slide Number Placeholder 13">
            <a:extLst>
              <a:ext uri="{FF2B5EF4-FFF2-40B4-BE49-F238E27FC236}">
                <a16:creationId xmlns:a16="http://schemas.microsoft.com/office/drawing/2014/main" id="{DEF9E45A-6561-C074-14CE-B3B63476D221}"/>
              </a:ext>
            </a:extLst>
          </p:cNvPr>
          <p:cNvSpPr>
            <a:spLocks noGrp="1"/>
          </p:cNvSpPr>
          <p:nvPr>
            <p:ph type="sldNum" sz="quarter" idx="18"/>
          </p:nvPr>
        </p:nvSpPr>
        <p:spPr>
          <a:xfrm>
            <a:off x="10672130" y="6423914"/>
            <a:ext cx="1052510" cy="365125"/>
          </a:xfrm>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748583640"/>
      </p:ext>
    </p:extLst>
  </p:cSld>
  <p:clrMapOvr>
    <a:masterClrMapping/>
  </p:clrMapOvr>
  <p:extLst>
    <p:ext uri="{DCECCB84-F9BA-43D5-87BE-67443E8EF086}">
      <p15:sldGuideLst xmlns:p15="http://schemas.microsoft.com/office/powerpoint/2012/main">
        <p15:guide id="1" orient="horz">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524000" y="1143000"/>
            <a:ext cx="9144000" cy="2585720"/>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p:nvPr>
        </p:nvSpPr>
        <p:spPr>
          <a:xfrm>
            <a:off x="1524000" y="3799840"/>
            <a:ext cx="9144000" cy="2052320"/>
          </a:xfrm>
        </p:spPr>
        <p:txBody>
          <a:bodyPr anchor="t">
            <a:no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29685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447040" y="725444"/>
            <a:ext cx="11277600" cy="1044253"/>
          </a:xfrm>
        </p:spPr>
        <p:txBody>
          <a:bodyPr anchor="b" anchorCtr="0">
            <a:noAutofit/>
          </a:bodyPr>
          <a:lstStyle/>
          <a:p>
            <a:r>
              <a:rPr lang="en-US"/>
              <a:t>Click to edit Master title style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p:nvPr>
        </p:nvSpPr>
        <p:spPr>
          <a:xfrm>
            <a:off x="457200" y="2245360"/>
            <a:ext cx="3342640" cy="3992880"/>
          </a:xfrm>
        </p:spPr>
        <p:txBody>
          <a:bodyPr anchor="t"/>
          <a:lstStyle>
            <a:lvl1pPr marL="0" indent="0">
              <a:buNone/>
              <a:defRPr/>
            </a:lvl1pPr>
            <a:lvl2pPr marL="324000" indent="0">
              <a:buNone/>
              <a:defRPr/>
            </a:lvl2pPr>
            <a:lvl3pPr marL="630000" indent="0">
              <a:buNone/>
              <a:defRPr/>
            </a:lvl3pPr>
            <a:lvl4pPr marL="1008000" indent="0">
              <a:buNone/>
              <a:defRPr/>
            </a:lvl4pPr>
            <a:lvl5pPr marL="13680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236720" y="2236109"/>
            <a:ext cx="7498080" cy="4002131"/>
          </a:xfrm>
        </p:spPr>
        <p:txBody>
          <a:bodyPr/>
          <a:lstStyle/>
          <a:p>
            <a:r>
              <a:rPr lang="en-US"/>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a:xfrm>
            <a:off x="10682290" y="6423914"/>
            <a:ext cx="1052510" cy="365125"/>
          </a:xfrm>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55291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457199" y="705124"/>
            <a:ext cx="11272649" cy="1062716"/>
          </a:xfrm>
        </p:spPr>
        <p:txBody>
          <a:bodyPr anchor="b" anchorCtr="0">
            <a:noAutofit/>
          </a:bodyPr>
          <a:lstStyle/>
          <a:p>
            <a:r>
              <a:rPr lang="en-US"/>
              <a:t>Click to edit Master title style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457201" y="2234979"/>
            <a:ext cx="11272648" cy="3969606"/>
          </a:xfrm>
        </p:spPr>
        <p:txBody>
          <a:bodyPr/>
          <a:lstStyle/>
          <a:p>
            <a:r>
              <a:rPr lang="en-US"/>
              <a:t>Click icon to add table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a:xfrm>
            <a:off x="10558300" y="6423914"/>
            <a:ext cx="1171548" cy="365125"/>
          </a:xfrm>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386264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r>
              <a:rPr lang="en-US"/>
              <a:t>20XX</a:t>
            </a:r>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7" name="Group 6">
            <a:extLst>
              <a:ext uri="{FF2B5EF4-FFF2-40B4-BE49-F238E27FC236}">
                <a16:creationId xmlns:a16="http://schemas.microsoft.com/office/drawing/2014/main" id="{E457D222-120F-E222-DE7E-B44B0BC1863F}"/>
              </a:ext>
            </a:extLst>
          </p:cNvPr>
          <p:cNvGrpSpPr/>
          <p:nvPr userDrawn="1"/>
        </p:nvGrpSpPr>
        <p:grpSpPr>
          <a:xfrm>
            <a:off x="428696" y="482137"/>
            <a:ext cx="11301155" cy="81191"/>
            <a:chOff x="428696" y="482137"/>
            <a:chExt cx="11301155" cy="81191"/>
          </a:xfrm>
        </p:grpSpPr>
        <p:sp>
          <p:nvSpPr>
            <p:cNvPr id="8" name="Rectangle 7">
              <a:extLst>
                <a:ext uri="{FF2B5EF4-FFF2-40B4-BE49-F238E27FC236}">
                  <a16:creationId xmlns:a16="http://schemas.microsoft.com/office/drawing/2014/main" id="{09DF259B-1168-B954-21F8-A08A3C462F3C}"/>
                </a:ext>
              </a:extLst>
            </p:cNvPr>
            <p:cNvSpPr/>
            <p:nvPr/>
          </p:nvSpPr>
          <p:spPr>
            <a:xfrm flipV="1">
              <a:off x="428696" y="482137"/>
              <a:ext cx="3703321" cy="81191"/>
            </a:xfrm>
            <a:prstGeom prst="rect">
              <a:avLst/>
            </a:prstGeom>
            <a:solidFill>
              <a:schemeClr val="accent3"/>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5A595C-AA3A-9D82-01BB-7810CE5F7A5E}"/>
                </a:ext>
              </a:extLst>
            </p:cNvPr>
            <p:cNvSpPr/>
            <p:nvPr/>
          </p:nvSpPr>
          <p:spPr>
            <a:xfrm flipV="1">
              <a:off x="4235926" y="482137"/>
              <a:ext cx="3703321" cy="81191"/>
            </a:xfrm>
            <a:prstGeom prst="rect">
              <a:avLst/>
            </a:prstGeom>
            <a:solidFill>
              <a:schemeClr val="accent1"/>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78CB63-8F78-566B-8120-9DC73FB7B23B}"/>
                </a:ext>
              </a:extLst>
            </p:cNvPr>
            <p:cNvSpPr/>
            <p:nvPr/>
          </p:nvSpPr>
          <p:spPr>
            <a:xfrm flipV="1">
              <a:off x="8026530" y="482137"/>
              <a:ext cx="3703321" cy="81191"/>
            </a:xfrm>
            <a:prstGeom prst="rect">
              <a:avLst/>
            </a:prstGeom>
            <a:solidFill>
              <a:schemeClr val="accent4"/>
            </a:solidFill>
            <a:ln w="539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910551"/>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5" r:id="rId13"/>
    <p:sldLayoutId id="2147483816" r:id="rId14"/>
    <p:sldLayoutId id="2147483819" r:id="rId15"/>
    <p:sldLayoutId id="2147483821" r:id="rId16"/>
  </p:sldLayoutIdLst>
  <p:hf sldNum="0" hdr="0" ft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79F0267-9D1C-BDA9-A152-B01CD379FC92}"/>
              </a:ext>
            </a:extLst>
          </p:cNvPr>
          <p:cNvSpPr>
            <a:spLocks noGrp="1"/>
          </p:cNvSpPr>
          <p:nvPr>
            <p:ph type="ctrTitle"/>
          </p:nvPr>
        </p:nvSpPr>
        <p:spPr/>
        <p:txBody>
          <a:bodyPr/>
          <a:lstStyle/>
          <a:p>
            <a:r>
              <a:rPr lang="en-US"/>
              <a:t>Predicting Myocardial Infarction: A Comparative Analysis of Regression Models on Clinical Data and Image-Based Classification of ECG Patterns</a:t>
            </a:r>
          </a:p>
        </p:txBody>
      </p:sp>
      <p:pic>
        <p:nvPicPr>
          <p:cNvPr id="10" name="Picture Placeholder 9" descr="A stethoscope on a clipboard">
            <a:extLst>
              <a:ext uri="{FF2B5EF4-FFF2-40B4-BE49-F238E27FC236}">
                <a16:creationId xmlns:a16="http://schemas.microsoft.com/office/drawing/2014/main" id="{CC4B82FA-2EA0-5319-6B9C-8D78349FCB09}"/>
              </a:ext>
            </a:extLst>
          </p:cNvPr>
          <p:cNvPicPr>
            <a:picLocks noGrp="1" noChangeAspect="1"/>
          </p:cNvPicPr>
          <p:nvPr>
            <p:ph type="pic" sz="quarter" idx="13"/>
          </p:nvPr>
        </p:nvPicPr>
        <p:blipFill rotWithShape="1">
          <a:blip r:embed="rId3"/>
          <a:srcRect t="28164" b="28164"/>
          <a:stretch/>
        </p:blipFill>
        <p:spPr/>
      </p:pic>
    </p:spTree>
    <p:extLst>
      <p:ext uri="{BB962C8B-B14F-4D97-AF65-F5344CB8AC3E}">
        <p14:creationId xmlns:p14="http://schemas.microsoft.com/office/powerpoint/2010/main" val="1039759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618A4-5020-A570-BAAC-71C22849B320}"/>
              </a:ext>
            </a:extLst>
          </p:cNvPr>
          <p:cNvSpPr>
            <a:spLocks noGrp="1"/>
          </p:cNvSpPr>
          <p:nvPr>
            <p:ph type="title"/>
          </p:nvPr>
        </p:nvSpPr>
        <p:spPr/>
        <p:txBody>
          <a:bodyPr/>
          <a:lstStyle/>
          <a:p>
            <a:r>
              <a:rPr lang="en-US" b="1"/>
              <a:t>MYOCARDIAL INFARCTION: A Global LIFE THREAT</a:t>
            </a:r>
            <a:endParaRPr lang="en-US"/>
          </a:p>
        </p:txBody>
      </p:sp>
      <p:sp>
        <p:nvSpPr>
          <p:cNvPr id="10" name="Content Placeholder 9">
            <a:extLst>
              <a:ext uri="{FF2B5EF4-FFF2-40B4-BE49-F238E27FC236}">
                <a16:creationId xmlns:a16="http://schemas.microsoft.com/office/drawing/2014/main" id="{C9475E86-FFB0-87BC-084C-C728916152B0}"/>
              </a:ext>
            </a:extLst>
          </p:cNvPr>
          <p:cNvSpPr>
            <a:spLocks noGrp="1"/>
          </p:cNvSpPr>
          <p:nvPr>
            <p:ph sz="quarter" idx="4"/>
          </p:nvPr>
        </p:nvSpPr>
        <p:spPr/>
        <p:txBody>
          <a:bodyPr>
            <a:normAutofit/>
          </a:bodyPr>
          <a:lstStyle/>
          <a:p>
            <a:r>
              <a:rPr lang="en-US"/>
              <a:t>Myocardial Infarction (MI) is one of the leading causes of death worldwide.</a:t>
            </a:r>
          </a:p>
          <a:p>
            <a:r>
              <a:rPr lang="en-US"/>
              <a:t>According to Rohani et al. (2022), 18.8% of the patients hospitalized with MI diagnosis pass away, making it a major public health concern.</a:t>
            </a:r>
          </a:p>
          <a:p>
            <a:r>
              <a:rPr lang="en-US"/>
              <a:t>Early diagnosis can significantly reduce the risk of MI and prevent possible death in patients.</a:t>
            </a:r>
          </a:p>
          <a:p>
            <a:r>
              <a:rPr lang="en-US"/>
              <a:t>Machine learning can analyze vast amounts of patient data, uncover hidden patterns, and predict the likelihood of MI more accurately than traditional methods.</a:t>
            </a:r>
          </a:p>
        </p:txBody>
      </p:sp>
      <p:pic>
        <p:nvPicPr>
          <p:cNvPr id="7" name="Picture Placeholder 6" descr="A human heart with a pulse line&#10;&#10;Description automatically generated">
            <a:extLst>
              <a:ext uri="{FF2B5EF4-FFF2-40B4-BE49-F238E27FC236}">
                <a16:creationId xmlns:a16="http://schemas.microsoft.com/office/drawing/2014/main" id="{BF2C6D75-5425-610E-338D-BA223CF86E84}"/>
              </a:ext>
            </a:extLst>
          </p:cNvPr>
          <p:cNvPicPr>
            <a:picLocks noGrp="1" noChangeAspect="1"/>
          </p:cNvPicPr>
          <p:nvPr>
            <p:ph type="pic" sz="quarter" idx="19"/>
          </p:nvPr>
        </p:nvPicPr>
        <p:blipFill>
          <a:blip r:embed="rId3"/>
          <a:srcRect t="35757" b="35757"/>
          <a:stretch>
            <a:fillRect/>
          </a:stretch>
        </p:blipFill>
        <p:spPr/>
      </p:pic>
    </p:spTree>
    <p:extLst>
      <p:ext uri="{BB962C8B-B14F-4D97-AF65-F5344CB8AC3E}">
        <p14:creationId xmlns:p14="http://schemas.microsoft.com/office/powerpoint/2010/main" val="3695820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6C9E-CB56-66E0-C4AC-BFCAD0E92AD1}"/>
              </a:ext>
            </a:extLst>
          </p:cNvPr>
          <p:cNvSpPr>
            <a:spLocks noGrp="1"/>
          </p:cNvSpPr>
          <p:nvPr>
            <p:ph type="title"/>
          </p:nvPr>
        </p:nvSpPr>
        <p:spPr/>
        <p:txBody>
          <a:bodyPr/>
          <a:lstStyle/>
          <a:p>
            <a:r>
              <a:rPr lang="en-US"/>
              <a:t>Previous work</a:t>
            </a:r>
            <a:endParaRPr lang="en-AE"/>
          </a:p>
        </p:txBody>
      </p:sp>
      <p:pic>
        <p:nvPicPr>
          <p:cNvPr id="6" name="Picture Placeholder 5">
            <a:extLst>
              <a:ext uri="{FF2B5EF4-FFF2-40B4-BE49-F238E27FC236}">
                <a16:creationId xmlns:a16="http://schemas.microsoft.com/office/drawing/2014/main" id="{9DC60571-3B73-9575-D187-896B37A1E102}"/>
              </a:ext>
            </a:extLst>
          </p:cNvPr>
          <p:cNvPicPr>
            <a:picLocks noGrp="1" noChangeAspect="1"/>
          </p:cNvPicPr>
          <p:nvPr>
            <p:ph type="pic" sz="quarter" idx="19"/>
          </p:nvPr>
        </p:nvPicPr>
        <p:blipFill>
          <a:blip r:embed="rId3"/>
          <a:srcRect t="35772" b="35772"/>
          <a:stretch/>
        </p:blipFill>
        <p:spPr>
          <a:xfrm>
            <a:off x="468000" y="648000"/>
            <a:ext cx="11267440" cy="2139696"/>
          </a:xfrm>
        </p:spPr>
      </p:pic>
      <p:sp>
        <p:nvSpPr>
          <p:cNvPr id="4" name="Content Placeholder 3">
            <a:extLst>
              <a:ext uri="{FF2B5EF4-FFF2-40B4-BE49-F238E27FC236}">
                <a16:creationId xmlns:a16="http://schemas.microsoft.com/office/drawing/2014/main" id="{505C393C-C09A-2E4A-D1C0-A861D2DDE2A3}"/>
              </a:ext>
            </a:extLst>
          </p:cNvPr>
          <p:cNvSpPr>
            <a:spLocks noGrp="1"/>
          </p:cNvSpPr>
          <p:nvPr>
            <p:ph sz="quarter" idx="4"/>
          </p:nvPr>
        </p:nvSpPr>
        <p:spPr/>
        <p:txBody>
          <a:bodyPr>
            <a:normAutofit fontScale="85000" lnSpcReduction="20000"/>
          </a:bodyPr>
          <a:lstStyle/>
          <a:p>
            <a:r>
              <a:rPr lang="en-US"/>
              <a:t>Pham et al. (2023) compare different models on ECG images with the aim to form a model that can read these images without the need for human intervention. Our study uses this concept to raise the question: are ECG images enough for prediction of MI, or do the results improve significantly if patient vitals are introduced.</a:t>
            </a:r>
          </a:p>
          <a:p>
            <a:r>
              <a:rPr lang="en-GB" err="1"/>
              <a:t>Velusamy</a:t>
            </a:r>
            <a:r>
              <a:rPr lang="en-GB"/>
              <a:t> et al. (2024) leverage </a:t>
            </a:r>
            <a:r>
              <a:rPr lang="en-US"/>
              <a:t>clinical, demographic and laboratory data to predict MI in patients using 5 classifiers: </a:t>
            </a:r>
            <a:r>
              <a:rPr lang="en-GB"/>
              <a:t>Naive Bayes, SVM with Linear Kernel, Logistic Regression, and SVM with Gaussian Kernel. The research uses the </a:t>
            </a:r>
            <a:r>
              <a:rPr lang="en-US" b="1" i="0">
                <a:solidFill>
                  <a:srgbClr val="202124"/>
                </a:solidFill>
                <a:effectLst/>
                <a:latin typeface="Inter"/>
              </a:rPr>
              <a:t>Cleveland Clinic Heart Disease Dataset</a:t>
            </a:r>
          </a:p>
          <a:p>
            <a:r>
              <a:rPr lang="en-GB" err="1"/>
              <a:t>Piros</a:t>
            </a:r>
            <a:r>
              <a:rPr lang="en-US" b="1">
                <a:solidFill>
                  <a:srgbClr val="202124"/>
                </a:solidFill>
                <a:latin typeface="Inter"/>
              </a:rPr>
              <a:t> </a:t>
            </a:r>
            <a:r>
              <a:rPr lang="en-US">
                <a:solidFill>
                  <a:srgbClr val="202124"/>
                </a:solidFill>
                <a:latin typeface="Inter"/>
              </a:rPr>
              <a:t>et al. (2020) use </a:t>
            </a:r>
            <a:r>
              <a:rPr lang="en-GB"/>
              <a:t>Hungarian Myocardial Infarction Registry </a:t>
            </a:r>
            <a:r>
              <a:rPr lang="en-US"/>
              <a:t>analyze myocardial infarction outcomes using 5 models each for 30-day mortality and 1-year mortality with the AUC ranging from 0.817 to 0.844. Our project focuses on using minimal data with highly relevant features for a lower model complexity</a:t>
            </a:r>
          </a:p>
          <a:p>
            <a:r>
              <a:rPr lang="en-GB" err="1"/>
              <a:t>Dr.</a:t>
            </a:r>
            <a:r>
              <a:rPr lang="en-GB"/>
              <a:t> Taha et al. (2022) aim to assist healthcare providers in detecting heart diseases. They use SOM, Naive Bayesian, Random Forest, SGD, Multilayer Perceptron, Adaboost, and Logistic Regression using the Heart </a:t>
            </a:r>
            <a:r>
              <a:rPr lang="en-GB" err="1"/>
              <a:t>Stalog</a:t>
            </a:r>
            <a:r>
              <a:rPr lang="en-GB"/>
              <a:t> Dataset. The goal is to improve the performance of classifiers using HAS for effective feature extraction. </a:t>
            </a:r>
            <a:endParaRPr lang="en-US">
              <a:solidFill>
                <a:srgbClr val="202124"/>
              </a:solidFill>
              <a:latin typeface="Inter"/>
            </a:endParaRPr>
          </a:p>
        </p:txBody>
      </p:sp>
    </p:spTree>
    <p:extLst>
      <p:ext uri="{BB962C8B-B14F-4D97-AF65-F5344CB8AC3E}">
        <p14:creationId xmlns:p14="http://schemas.microsoft.com/office/powerpoint/2010/main" val="83908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1" name="Rectangle 40">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Rectangle 44">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Title 29">
            <a:extLst>
              <a:ext uri="{FF2B5EF4-FFF2-40B4-BE49-F238E27FC236}">
                <a16:creationId xmlns:a16="http://schemas.microsoft.com/office/drawing/2014/main" id="{6A93E959-E68D-08C8-9C1E-5A318B3EF272}"/>
              </a:ext>
            </a:extLst>
          </p:cNvPr>
          <p:cNvSpPr>
            <a:spLocks noGrp="1"/>
          </p:cNvSpPr>
          <p:nvPr>
            <p:ph type="title"/>
          </p:nvPr>
        </p:nvSpPr>
        <p:spPr>
          <a:xfrm>
            <a:off x="771148" y="1037967"/>
            <a:ext cx="3054091" cy="4709131"/>
          </a:xfrm>
        </p:spPr>
        <p:txBody>
          <a:bodyPr vert="horz" lIns="91440" tIns="45720" rIns="91440" bIns="45720" rtlCol="0" anchor="ctr">
            <a:normAutofit/>
          </a:bodyPr>
          <a:lstStyle/>
          <a:p>
            <a:r>
              <a:rPr lang="en-US" b="0" kern="1200" cap="all">
                <a:solidFill>
                  <a:srgbClr val="FFFEFF"/>
                </a:solidFill>
                <a:latin typeface="+mj-lt"/>
                <a:ea typeface="+mj-ea"/>
                <a:cs typeface="+mj-cs"/>
              </a:rPr>
              <a:t>Dataset 1: Heart Disease (Statlog Cleveland and Hungary)</a:t>
            </a:r>
          </a:p>
        </p:txBody>
      </p:sp>
      <p:sp>
        <p:nvSpPr>
          <p:cNvPr id="24" name="Content Placeholder 23">
            <a:extLst>
              <a:ext uri="{FF2B5EF4-FFF2-40B4-BE49-F238E27FC236}">
                <a16:creationId xmlns:a16="http://schemas.microsoft.com/office/drawing/2014/main" id="{4C1675C6-9CE1-3D87-365F-B3DB1F59CE68}"/>
              </a:ext>
            </a:extLst>
          </p:cNvPr>
          <p:cNvSpPr>
            <a:spLocks noGrp="1"/>
          </p:cNvSpPr>
          <p:nvPr>
            <p:ph sz="half" idx="1"/>
          </p:nvPr>
        </p:nvSpPr>
        <p:spPr>
          <a:xfrm>
            <a:off x="4534935" y="1037968"/>
            <a:ext cx="6725899" cy="4820832"/>
          </a:xfrm>
        </p:spPr>
        <p:txBody>
          <a:bodyPr vert="horz" lIns="91440" tIns="45720" rIns="91440" bIns="45720" rtlCol="0" anchor="ctr">
            <a:normAutofit/>
          </a:bodyPr>
          <a:lstStyle/>
          <a:p>
            <a:pPr>
              <a:buFont typeface="Wingdings 2" panose="05020102010507070707" pitchFamily="18" charset="2"/>
              <a:buChar char=""/>
            </a:pPr>
            <a:r>
              <a:rPr lang="en-US"/>
              <a:t>Classes: 2 (Presence or absence of heart disease)</a:t>
            </a:r>
          </a:p>
          <a:p>
            <a:pPr>
              <a:buFont typeface="Wingdings 2" panose="05020102010507070707" pitchFamily="18" charset="2"/>
              <a:buChar char=""/>
            </a:pPr>
            <a:r>
              <a:rPr lang="en-US"/>
              <a:t>Features: 12 attributes, including age, sex, chest pain type, resting blood pressure, cholesterol, fasting blood sugar, rest ECG, max heart rate, exercise-induced angina, and ST depression.</a:t>
            </a:r>
          </a:p>
          <a:p>
            <a:pPr>
              <a:buFont typeface="Wingdings 2" panose="05020102010507070707" pitchFamily="18" charset="2"/>
              <a:buChar char=""/>
            </a:pPr>
            <a:r>
              <a:rPr lang="en-US"/>
              <a:t>Examples: 1190 data points, 12 columns</a:t>
            </a:r>
          </a:p>
          <a:p>
            <a:pPr>
              <a:buFont typeface="Wingdings 2" panose="05020102010507070707" pitchFamily="18" charset="2"/>
              <a:buChar char=""/>
            </a:pPr>
            <a:r>
              <a:rPr lang="en-US"/>
              <a:t>Advantages: structured, tabular data, derived from clinical tests</a:t>
            </a:r>
          </a:p>
          <a:p>
            <a:pPr>
              <a:buFont typeface="Wingdings 2" panose="05020102010507070707" pitchFamily="18" charset="2"/>
              <a:buChar char=""/>
            </a:pPr>
            <a:r>
              <a:rPr lang="en-US"/>
              <a:t>Source: Heart Disease Dataset on Kaggle</a:t>
            </a:r>
          </a:p>
          <a:p>
            <a:pPr>
              <a:buFont typeface="Wingdings 2" panose="05020102010507070707" pitchFamily="18" charset="2"/>
              <a:buChar char=""/>
            </a:pPr>
            <a:r>
              <a:rPr lang="en-US"/>
              <a:t>Previous Use: This dataset has been widely used in various machine learning models to predict heart disease, including logistic regression, decision trees, and neural networks. It has been cited in studies focusing on CVD risk assessment using machine learning algorithms.</a:t>
            </a:r>
          </a:p>
        </p:txBody>
      </p:sp>
      <p:sp>
        <p:nvSpPr>
          <p:cNvPr id="2" name="Rectangle 1">
            <a:extLst>
              <a:ext uri="{FF2B5EF4-FFF2-40B4-BE49-F238E27FC236}">
                <a16:creationId xmlns:a16="http://schemas.microsoft.com/office/drawing/2014/main" id="{1ACEC91B-8FB3-96E7-1B66-F0A2FD4A5C17}"/>
              </a:ext>
            </a:extLst>
          </p:cNvPr>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chemeClr val="tx1"/>
                </a:solidFill>
                <a:effectLst/>
                <a:latin typeface="var(--jp-code-font-family)"/>
              </a:rPr>
              <a:t>1190</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9977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2D7F0B11-5AF3-1D12-4201-C1E09DF7D70D}"/>
              </a:ext>
            </a:extLst>
          </p:cNvPr>
          <p:cNvSpPr>
            <a:spLocks noGrp="1"/>
          </p:cNvSpPr>
          <p:nvPr>
            <p:ph type="title"/>
          </p:nvPr>
        </p:nvSpPr>
        <p:spPr/>
        <p:txBody>
          <a:bodyPr/>
          <a:lstStyle/>
          <a:p>
            <a:r>
              <a:rPr lang="en-US"/>
              <a:t>Dataset 1: Heart Disease (</a:t>
            </a:r>
            <a:r>
              <a:rPr lang="en-US" err="1"/>
              <a:t>Statlog</a:t>
            </a:r>
            <a:r>
              <a:rPr lang="en-US"/>
              <a:t> Cleveland and Hungary)</a:t>
            </a:r>
          </a:p>
        </p:txBody>
      </p:sp>
      <p:graphicFrame>
        <p:nvGraphicFramePr>
          <p:cNvPr id="2" name="Table 1">
            <a:extLst>
              <a:ext uri="{FF2B5EF4-FFF2-40B4-BE49-F238E27FC236}">
                <a16:creationId xmlns:a16="http://schemas.microsoft.com/office/drawing/2014/main" id="{26ADE463-2638-A87A-61E9-79C6A06E8F8D}"/>
              </a:ext>
            </a:extLst>
          </p:cNvPr>
          <p:cNvGraphicFramePr>
            <a:graphicFrameLocks noGrp="1"/>
          </p:cNvGraphicFramePr>
          <p:nvPr>
            <p:extLst>
              <p:ext uri="{D42A27DB-BD31-4B8C-83A1-F6EECF244321}">
                <p14:modId xmlns:p14="http://schemas.microsoft.com/office/powerpoint/2010/main" val="3072682527"/>
              </p:ext>
            </p:extLst>
          </p:nvPr>
        </p:nvGraphicFramePr>
        <p:xfrm>
          <a:off x="457199" y="1964265"/>
          <a:ext cx="11366498" cy="4240320"/>
        </p:xfrm>
        <a:graphic>
          <a:graphicData uri="http://schemas.openxmlformats.org/drawingml/2006/table">
            <a:tbl>
              <a:tblPr firstRow="1" bandRow="1">
                <a:tableStyleId>{912C8C85-51F0-491E-9774-3900AFEF0FD7}</a:tableStyleId>
              </a:tblPr>
              <a:tblGrid>
                <a:gridCol w="1033318">
                  <a:extLst>
                    <a:ext uri="{9D8B030D-6E8A-4147-A177-3AD203B41FA5}">
                      <a16:colId xmlns:a16="http://schemas.microsoft.com/office/drawing/2014/main" val="1142700980"/>
                    </a:ext>
                  </a:extLst>
                </a:gridCol>
                <a:gridCol w="1033318">
                  <a:extLst>
                    <a:ext uri="{9D8B030D-6E8A-4147-A177-3AD203B41FA5}">
                      <a16:colId xmlns:a16="http://schemas.microsoft.com/office/drawing/2014/main" val="1994346359"/>
                    </a:ext>
                  </a:extLst>
                </a:gridCol>
                <a:gridCol w="1033318">
                  <a:extLst>
                    <a:ext uri="{9D8B030D-6E8A-4147-A177-3AD203B41FA5}">
                      <a16:colId xmlns:a16="http://schemas.microsoft.com/office/drawing/2014/main" val="3011852828"/>
                    </a:ext>
                  </a:extLst>
                </a:gridCol>
                <a:gridCol w="1033318">
                  <a:extLst>
                    <a:ext uri="{9D8B030D-6E8A-4147-A177-3AD203B41FA5}">
                      <a16:colId xmlns:a16="http://schemas.microsoft.com/office/drawing/2014/main" val="2208416114"/>
                    </a:ext>
                  </a:extLst>
                </a:gridCol>
                <a:gridCol w="1033318">
                  <a:extLst>
                    <a:ext uri="{9D8B030D-6E8A-4147-A177-3AD203B41FA5}">
                      <a16:colId xmlns:a16="http://schemas.microsoft.com/office/drawing/2014/main" val="1440914377"/>
                    </a:ext>
                  </a:extLst>
                </a:gridCol>
                <a:gridCol w="1033318">
                  <a:extLst>
                    <a:ext uri="{9D8B030D-6E8A-4147-A177-3AD203B41FA5}">
                      <a16:colId xmlns:a16="http://schemas.microsoft.com/office/drawing/2014/main" val="3674813506"/>
                    </a:ext>
                  </a:extLst>
                </a:gridCol>
                <a:gridCol w="1033318">
                  <a:extLst>
                    <a:ext uri="{9D8B030D-6E8A-4147-A177-3AD203B41FA5}">
                      <a16:colId xmlns:a16="http://schemas.microsoft.com/office/drawing/2014/main" val="1909571047"/>
                    </a:ext>
                  </a:extLst>
                </a:gridCol>
                <a:gridCol w="1033318">
                  <a:extLst>
                    <a:ext uri="{9D8B030D-6E8A-4147-A177-3AD203B41FA5}">
                      <a16:colId xmlns:a16="http://schemas.microsoft.com/office/drawing/2014/main" val="1779413354"/>
                    </a:ext>
                  </a:extLst>
                </a:gridCol>
                <a:gridCol w="1033318">
                  <a:extLst>
                    <a:ext uri="{9D8B030D-6E8A-4147-A177-3AD203B41FA5}">
                      <a16:colId xmlns:a16="http://schemas.microsoft.com/office/drawing/2014/main" val="1052912678"/>
                    </a:ext>
                  </a:extLst>
                </a:gridCol>
                <a:gridCol w="1033318">
                  <a:extLst>
                    <a:ext uri="{9D8B030D-6E8A-4147-A177-3AD203B41FA5}">
                      <a16:colId xmlns:a16="http://schemas.microsoft.com/office/drawing/2014/main" val="314860624"/>
                    </a:ext>
                  </a:extLst>
                </a:gridCol>
                <a:gridCol w="1033318">
                  <a:extLst>
                    <a:ext uri="{9D8B030D-6E8A-4147-A177-3AD203B41FA5}">
                      <a16:colId xmlns:a16="http://schemas.microsoft.com/office/drawing/2014/main" val="1837121923"/>
                    </a:ext>
                  </a:extLst>
                </a:gridCol>
              </a:tblGrid>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age</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sex</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chest pain type</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resting bp s</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cholesterol</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fasting blood sugar</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resting ecg</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max heart rate</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exercise angina</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oldpeak</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ST slope</a:t>
                      </a:r>
                    </a:p>
                  </a:txBody>
                  <a:tcPr marL="6350" marR="6350" marT="6350" marB="0" anchor="ctr"/>
                </a:tc>
                <a:extLst>
                  <a:ext uri="{0D108BD9-81ED-4DB2-BD59-A6C34878D82A}">
                    <a16:rowId xmlns:a16="http://schemas.microsoft.com/office/drawing/2014/main" val="2080291711"/>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140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289</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172</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extLst>
                  <a:ext uri="{0D108BD9-81ED-4DB2-BD59-A6C34878D82A}">
                    <a16:rowId xmlns:a16="http://schemas.microsoft.com/office/drawing/2014/main" val="2080496084"/>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49</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3</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160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180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156</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extLst>
                  <a:ext uri="{0D108BD9-81ED-4DB2-BD59-A6C34878D82A}">
                    <a16:rowId xmlns:a16="http://schemas.microsoft.com/office/drawing/2014/main" val="4124944693"/>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37</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130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283</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98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extLst>
                  <a:ext uri="{0D108BD9-81ED-4DB2-BD59-A6C34878D82A}">
                    <a16:rowId xmlns:a16="http://schemas.microsoft.com/office/drawing/2014/main" val="2428595235"/>
                  </a:ext>
                </a:extLst>
              </a:tr>
              <a:tr h="848064">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4</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138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214</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0</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108</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1.5</a:t>
                      </a:r>
                    </a:p>
                  </a:txBody>
                  <a:tcPr marL="6350" marR="6350" marT="6350" marB="0" anchor="ctr"/>
                </a:tc>
                <a:tc>
                  <a:txBody>
                    <a:bodyPr/>
                    <a:lstStyle/>
                    <a:p>
                      <a:pPr marL="0" indent="0" algn="ctr" defTabSz="457200" rtl="0" eaLnBrk="1" fontAlgn="b" latinLnBrk="0" hangingPunct="1">
                        <a:lnSpc>
                          <a:spcPct val="80000"/>
                        </a:lnSpc>
                        <a:spcBef>
                          <a:spcPct val="20000"/>
                        </a:spcBef>
                        <a:spcAft>
                          <a:spcPts val="600"/>
                        </a:spcAft>
                        <a:buClr>
                          <a:schemeClr val="accent1"/>
                        </a:buClr>
                        <a:buSzPct val="92000"/>
                        <a:buFont typeface="Wingdings 2" panose="05020102010507070707" pitchFamily="18" charset="2"/>
                        <a:buNone/>
                      </a:pPr>
                      <a:r>
                        <a:rPr lang="en-US" sz="1900" kern="1200">
                          <a:solidFill>
                            <a:schemeClr val="tx1">
                              <a:lumMod val="75000"/>
                              <a:lumOff val="25000"/>
                            </a:schemeClr>
                          </a:solidFill>
                          <a:latin typeface="+mn-lt"/>
                          <a:ea typeface="+mn-ea"/>
                          <a:cs typeface="+mn-cs"/>
                        </a:rPr>
                        <a:t>2</a:t>
                      </a:r>
                    </a:p>
                  </a:txBody>
                  <a:tcPr marL="6350" marR="6350" marT="6350" marB="0" anchor="ctr"/>
                </a:tc>
                <a:extLst>
                  <a:ext uri="{0D108BD9-81ED-4DB2-BD59-A6C34878D82A}">
                    <a16:rowId xmlns:a16="http://schemas.microsoft.com/office/drawing/2014/main" val="1373235448"/>
                  </a:ext>
                </a:extLst>
              </a:tr>
            </a:tbl>
          </a:graphicData>
        </a:graphic>
      </p:graphicFrame>
    </p:spTree>
    <p:extLst>
      <p:ext uri="{BB962C8B-B14F-4D97-AF65-F5344CB8AC3E}">
        <p14:creationId xmlns:p14="http://schemas.microsoft.com/office/powerpoint/2010/main" val="3604630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5E47987-51DD-47D8-82CB-3239C1041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3">
            <a:extLst>
              <a:ext uri="{FF2B5EF4-FFF2-40B4-BE49-F238E27FC236}">
                <a16:creationId xmlns:a16="http://schemas.microsoft.com/office/drawing/2014/main" id="{343B51BC-A337-4FC1-8BEC-2C71D3B3F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F06EB04D-98C2-4D74-86BC-1E95ECF55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5FE21824-8381-405C-BDEF-3859DE644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useBgFill="1">
        <p:nvSpPr>
          <p:cNvPr id="20" name="Rectangle 19">
            <a:extLst>
              <a:ext uri="{FF2B5EF4-FFF2-40B4-BE49-F238E27FC236}">
                <a16:creationId xmlns:a16="http://schemas.microsoft.com/office/drawing/2014/main" id="{6EA7B49C-1DDA-4A36-B615-CCE52D7703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349BF0E-90A2-447D-851A-A1C4FC5E5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911" y="638175"/>
            <a:ext cx="3682784" cy="575239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1B6DEBD-3AC7-AB56-0644-AB65CB4CEBDF}"/>
              </a:ext>
            </a:extLst>
          </p:cNvPr>
          <p:cNvSpPr>
            <a:spLocks noGrp="1"/>
          </p:cNvSpPr>
          <p:nvPr>
            <p:ph type="title"/>
          </p:nvPr>
        </p:nvSpPr>
        <p:spPr>
          <a:xfrm>
            <a:off x="700218" y="1656292"/>
            <a:ext cx="3150659" cy="2085869"/>
          </a:xfrm>
        </p:spPr>
        <p:txBody>
          <a:bodyPr vert="horz" lIns="91440" tIns="45720" rIns="91440" bIns="45720" rtlCol="0" anchor="b">
            <a:normAutofit/>
          </a:bodyPr>
          <a:lstStyle/>
          <a:p>
            <a:r>
              <a:rPr lang="en-US" sz="3300">
                <a:solidFill>
                  <a:srgbClr val="FFFFFF"/>
                </a:solidFill>
              </a:rPr>
              <a:t>Dataset 1: Visualization</a:t>
            </a:r>
          </a:p>
        </p:txBody>
      </p:sp>
      <p:sp>
        <p:nvSpPr>
          <p:cNvPr id="24" name="Rectangle 23">
            <a:extLst>
              <a:ext uri="{FF2B5EF4-FFF2-40B4-BE49-F238E27FC236}">
                <a16:creationId xmlns:a16="http://schemas.microsoft.com/office/drawing/2014/main" id="{5B432A1A-7A25-4237-B64F-E0244D852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5422"/>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a:extLst>
              <a:ext uri="{FF2B5EF4-FFF2-40B4-BE49-F238E27FC236}">
                <a16:creationId xmlns:a16="http://schemas.microsoft.com/office/drawing/2014/main" id="{371419D3-21C1-47D3-9BB6-2E08FCE81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4341"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a:extLst>
              <a:ext uri="{FF2B5EF4-FFF2-40B4-BE49-F238E27FC236}">
                <a16:creationId xmlns:a16="http://schemas.microsoft.com/office/drawing/2014/main" id="{99383C2D-F910-444C-AFBF-2A6C72EBA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a:extLst>
              <a:ext uri="{FF2B5EF4-FFF2-40B4-BE49-F238E27FC236}">
                <a16:creationId xmlns:a16="http://schemas.microsoft.com/office/drawing/2014/main" id="{8AC7279F-774B-48BD-8EC4-E7346A34A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2242" y="627940"/>
            <a:ext cx="3704425" cy="2837094"/>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hart of different colored squares&#10;&#10;Description automatically generated">
            <a:extLst>
              <a:ext uri="{FF2B5EF4-FFF2-40B4-BE49-F238E27FC236}">
                <a16:creationId xmlns:a16="http://schemas.microsoft.com/office/drawing/2014/main" id="{E7B38DAD-5CE9-FB02-1E15-46FE6DCE9C78}"/>
              </a:ext>
            </a:extLst>
          </p:cNvPr>
          <p:cNvPicPr>
            <a:picLocks noChangeAspect="1"/>
          </p:cNvPicPr>
          <p:nvPr/>
        </p:nvPicPr>
        <p:blipFill>
          <a:blip r:embed="rId2"/>
          <a:stretch>
            <a:fillRect/>
          </a:stretch>
        </p:blipFill>
        <p:spPr>
          <a:xfrm>
            <a:off x="4622896" y="799041"/>
            <a:ext cx="2935125" cy="2487519"/>
          </a:xfrm>
          <a:prstGeom prst="rect">
            <a:avLst/>
          </a:prstGeom>
        </p:spPr>
      </p:pic>
      <p:sp>
        <p:nvSpPr>
          <p:cNvPr id="32" name="Rectangle 31">
            <a:extLst>
              <a:ext uri="{FF2B5EF4-FFF2-40B4-BE49-F238E27FC236}">
                <a16:creationId xmlns:a16="http://schemas.microsoft.com/office/drawing/2014/main" id="{7DDFE527-440F-4625-B425-54376B60C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2736" y="627940"/>
            <a:ext cx="3704425" cy="2847329"/>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of distribution of resting data&#10;&#10;Description automatically generated">
            <a:extLst>
              <a:ext uri="{FF2B5EF4-FFF2-40B4-BE49-F238E27FC236}">
                <a16:creationId xmlns:a16="http://schemas.microsoft.com/office/drawing/2014/main" id="{5A323664-050E-6918-A159-2B5756902146}"/>
              </a:ext>
            </a:extLst>
          </p:cNvPr>
          <p:cNvPicPr>
            <a:picLocks noChangeAspect="1"/>
          </p:cNvPicPr>
          <p:nvPr/>
        </p:nvPicPr>
        <p:blipFill>
          <a:blip r:embed="rId3"/>
          <a:stretch>
            <a:fillRect/>
          </a:stretch>
        </p:blipFill>
        <p:spPr>
          <a:xfrm>
            <a:off x="8223232" y="1073193"/>
            <a:ext cx="3372551" cy="1939216"/>
          </a:xfrm>
          <a:prstGeom prst="rect">
            <a:avLst/>
          </a:prstGeom>
        </p:spPr>
      </p:pic>
      <p:sp>
        <p:nvSpPr>
          <p:cNvPr id="34" name="Rectangle 33">
            <a:extLst>
              <a:ext uri="{FF2B5EF4-FFF2-40B4-BE49-F238E27FC236}">
                <a16:creationId xmlns:a16="http://schemas.microsoft.com/office/drawing/2014/main" id="{8C2E4842-085B-4316-A26B-BFB4CF2155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0762" y="3572039"/>
            <a:ext cx="3704425" cy="2818526"/>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bar graph&#10;&#10;Description automatically generated">
            <a:extLst>
              <a:ext uri="{FF2B5EF4-FFF2-40B4-BE49-F238E27FC236}">
                <a16:creationId xmlns:a16="http://schemas.microsoft.com/office/drawing/2014/main" id="{FF21A5E7-B448-748C-8A8E-7C998DB3EAE9}"/>
              </a:ext>
            </a:extLst>
          </p:cNvPr>
          <p:cNvPicPr>
            <a:picLocks noChangeAspect="1"/>
          </p:cNvPicPr>
          <p:nvPr/>
        </p:nvPicPr>
        <p:blipFill>
          <a:blip r:embed="rId4"/>
          <a:stretch>
            <a:fillRect/>
          </a:stretch>
        </p:blipFill>
        <p:spPr>
          <a:xfrm>
            <a:off x="4437609" y="3742160"/>
            <a:ext cx="3305698" cy="2487537"/>
          </a:xfrm>
          <a:prstGeom prst="rect">
            <a:avLst/>
          </a:prstGeom>
        </p:spPr>
      </p:pic>
      <p:sp>
        <p:nvSpPr>
          <p:cNvPr id="36" name="Rectangle 35">
            <a:extLst>
              <a:ext uri="{FF2B5EF4-FFF2-40B4-BE49-F238E27FC236}">
                <a16:creationId xmlns:a16="http://schemas.microsoft.com/office/drawing/2014/main" id="{E8015A85-E7C2-4028-A775-8B61DA2C2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3247" y="3572038"/>
            <a:ext cx="3704425" cy="2818526"/>
          </a:xfrm>
          <a:prstGeom prst="rect">
            <a:avLst/>
          </a:prstGeom>
          <a:solidFill>
            <a:srgbClr val="FFFFFF"/>
          </a:solidFill>
          <a:ln w="19050">
            <a:solidFill>
              <a:schemeClr val="accent4">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box plot&#10;&#10;Description automatically generated">
            <a:extLst>
              <a:ext uri="{FF2B5EF4-FFF2-40B4-BE49-F238E27FC236}">
                <a16:creationId xmlns:a16="http://schemas.microsoft.com/office/drawing/2014/main" id="{30F70F78-2691-3E80-FBBE-A4E675179308}"/>
              </a:ext>
            </a:extLst>
          </p:cNvPr>
          <p:cNvPicPr>
            <a:picLocks noChangeAspect="1"/>
          </p:cNvPicPr>
          <p:nvPr/>
        </p:nvPicPr>
        <p:blipFill>
          <a:blip r:embed="rId5"/>
          <a:stretch>
            <a:fillRect/>
          </a:stretch>
        </p:blipFill>
        <p:spPr>
          <a:xfrm>
            <a:off x="8223232" y="3852264"/>
            <a:ext cx="3372551" cy="2267329"/>
          </a:xfrm>
          <a:prstGeom prst="rect">
            <a:avLst/>
          </a:prstGeom>
        </p:spPr>
      </p:pic>
    </p:spTree>
    <p:extLst>
      <p:ext uri="{BB962C8B-B14F-4D97-AF65-F5344CB8AC3E}">
        <p14:creationId xmlns:p14="http://schemas.microsoft.com/office/powerpoint/2010/main" val="2104705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68917-1A26-ACC0-023E-DD2757445F3E}"/>
              </a:ext>
            </a:extLst>
          </p:cNvPr>
          <p:cNvSpPr>
            <a:spLocks noGrp="1"/>
          </p:cNvSpPr>
          <p:nvPr>
            <p:ph type="title"/>
          </p:nvPr>
        </p:nvSpPr>
        <p:spPr/>
        <p:txBody>
          <a:bodyPr/>
          <a:lstStyle/>
          <a:p>
            <a:r>
              <a:rPr lang="en-US"/>
              <a:t>Dataset 1: Pre-processing</a:t>
            </a:r>
            <a:endParaRPr lang="en-AE"/>
          </a:p>
        </p:txBody>
      </p:sp>
      <p:pic>
        <p:nvPicPr>
          <p:cNvPr id="5" name="Picture 4">
            <a:extLst>
              <a:ext uri="{FF2B5EF4-FFF2-40B4-BE49-F238E27FC236}">
                <a16:creationId xmlns:a16="http://schemas.microsoft.com/office/drawing/2014/main" id="{799307B4-5EF2-07B6-7A1B-3715730E3206}"/>
              </a:ext>
            </a:extLst>
          </p:cNvPr>
          <p:cNvPicPr>
            <a:picLocks noChangeAspect="1"/>
          </p:cNvPicPr>
          <p:nvPr/>
        </p:nvPicPr>
        <p:blipFill>
          <a:blip r:embed="rId2"/>
          <a:stretch>
            <a:fillRect/>
          </a:stretch>
        </p:blipFill>
        <p:spPr>
          <a:xfrm>
            <a:off x="757095" y="2755848"/>
            <a:ext cx="2543530" cy="952633"/>
          </a:xfrm>
          <a:prstGeom prst="rect">
            <a:avLst/>
          </a:prstGeom>
        </p:spPr>
      </p:pic>
      <p:pic>
        <p:nvPicPr>
          <p:cNvPr id="7" name="Picture 6">
            <a:extLst>
              <a:ext uri="{FF2B5EF4-FFF2-40B4-BE49-F238E27FC236}">
                <a16:creationId xmlns:a16="http://schemas.microsoft.com/office/drawing/2014/main" id="{6BA93E73-5CE7-2E06-09F4-B7BB6F74B6DB}"/>
              </a:ext>
            </a:extLst>
          </p:cNvPr>
          <p:cNvPicPr>
            <a:picLocks noChangeAspect="1"/>
          </p:cNvPicPr>
          <p:nvPr/>
        </p:nvPicPr>
        <p:blipFill>
          <a:blip r:embed="rId3"/>
          <a:stretch>
            <a:fillRect/>
          </a:stretch>
        </p:blipFill>
        <p:spPr>
          <a:xfrm>
            <a:off x="8205552" y="2726136"/>
            <a:ext cx="3124703" cy="2975043"/>
          </a:xfrm>
          <a:prstGeom prst="rect">
            <a:avLst/>
          </a:prstGeom>
        </p:spPr>
      </p:pic>
      <p:pic>
        <p:nvPicPr>
          <p:cNvPr id="9" name="Picture 8">
            <a:extLst>
              <a:ext uri="{FF2B5EF4-FFF2-40B4-BE49-F238E27FC236}">
                <a16:creationId xmlns:a16="http://schemas.microsoft.com/office/drawing/2014/main" id="{DE052409-BB71-6A60-FFD0-B9027918D62B}"/>
              </a:ext>
            </a:extLst>
          </p:cNvPr>
          <p:cNvPicPr>
            <a:picLocks noChangeAspect="1"/>
          </p:cNvPicPr>
          <p:nvPr/>
        </p:nvPicPr>
        <p:blipFill>
          <a:blip r:embed="rId4"/>
          <a:stretch>
            <a:fillRect/>
          </a:stretch>
        </p:blipFill>
        <p:spPr>
          <a:xfrm>
            <a:off x="778854" y="4716455"/>
            <a:ext cx="2920883" cy="1436421"/>
          </a:xfrm>
          <a:prstGeom prst="rect">
            <a:avLst/>
          </a:prstGeom>
        </p:spPr>
      </p:pic>
      <p:sp>
        <p:nvSpPr>
          <p:cNvPr id="10" name="Table Placeholder 2">
            <a:extLst>
              <a:ext uri="{FF2B5EF4-FFF2-40B4-BE49-F238E27FC236}">
                <a16:creationId xmlns:a16="http://schemas.microsoft.com/office/drawing/2014/main" id="{AE65EF8C-A22F-262B-B262-3FDEED08E20B}"/>
              </a:ext>
            </a:extLst>
          </p:cNvPr>
          <p:cNvSpPr txBox="1">
            <a:spLocks/>
          </p:cNvSpPr>
          <p:nvPr/>
        </p:nvSpPr>
        <p:spPr>
          <a:xfrm>
            <a:off x="457199" y="2032280"/>
            <a:ext cx="3564193" cy="1568661"/>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Duplicate rows removal</a:t>
            </a:r>
          </a:p>
        </p:txBody>
      </p:sp>
      <p:sp>
        <p:nvSpPr>
          <p:cNvPr id="11" name="Table Placeholder 2">
            <a:extLst>
              <a:ext uri="{FF2B5EF4-FFF2-40B4-BE49-F238E27FC236}">
                <a16:creationId xmlns:a16="http://schemas.microsoft.com/office/drawing/2014/main" id="{40296A2D-F357-CBFC-FFD5-F94C79A19720}"/>
              </a:ext>
            </a:extLst>
          </p:cNvPr>
          <p:cNvSpPr txBox="1">
            <a:spLocks/>
          </p:cNvSpPr>
          <p:nvPr/>
        </p:nvSpPr>
        <p:spPr>
          <a:xfrm>
            <a:off x="7848953" y="2266967"/>
            <a:ext cx="3564193" cy="717755"/>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r>
              <a:rPr lang="en-US"/>
              <a:t>Cholesterol 0 values replaced:</a:t>
            </a:r>
          </a:p>
        </p:txBody>
      </p:sp>
      <p:sp>
        <p:nvSpPr>
          <p:cNvPr id="14" name="Table Placeholder 2">
            <a:extLst>
              <a:ext uri="{FF2B5EF4-FFF2-40B4-BE49-F238E27FC236}">
                <a16:creationId xmlns:a16="http://schemas.microsoft.com/office/drawing/2014/main" id="{6C55DF69-1857-1FA5-1F48-29B118DFA1E0}"/>
              </a:ext>
            </a:extLst>
          </p:cNvPr>
          <p:cNvSpPr txBox="1">
            <a:spLocks/>
          </p:cNvSpPr>
          <p:nvPr/>
        </p:nvSpPr>
        <p:spPr>
          <a:xfrm>
            <a:off x="457199" y="4155930"/>
            <a:ext cx="3564193" cy="1568661"/>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305435" indent="-305435"/>
            <a:r>
              <a:rPr lang="en-US"/>
              <a:t>Removing outliers:</a:t>
            </a:r>
          </a:p>
        </p:txBody>
      </p:sp>
      <p:sp>
        <p:nvSpPr>
          <p:cNvPr id="15" name="Table Placeholder 2">
            <a:extLst>
              <a:ext uri="{FF2B5EF4-FFF2-40B4-BE49-F238E27FC236}">
                <a16:creationId xmlns:a16="http://schemas.microsoft.com/office/drawing/2014/main" id="{0DCCF606-8A94-2E52-8D25-E0A63AF14A37}"/>
              </a:ext>
            </a:extLst>
          </p:cNvPr>
          <p:cNvSpPr txBox="1">
            <a:spLocks/>
          </p:cNvSpPr>
          <p:nvPr/>
        </p:nvSpPr>
        <p:spPr>
          <a:xfrm>
            <a:off x="3970992" y="3358764"/>
            <a:ext cx="3564193" cy="717755"/>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lgn="ctr"/>
            <a:r>
              <a:rPr lang="en-US"/>
              <a:t>Split train, test, and validation:</a:t>
            </a:r>
          </a:p>
        </p:txBody>
      </p:sp>
      <p:pic>
        <p:nvPicPr>
          <p:cNvPr id="17" name="Picture 16">
            <a:extLst>
              <a:ext uri="{FF2B5EF4-FFF2-40B4-BE49-F238E27FC236}">
                <a16:creationId xmlns:a16="http://schemas.microsoft.com/office/drawing/2014/main" id="{88FB61EF-8803-CC2F-9B05-EE248410CF24}"/>
              </a:ext>
            </a:extLst>
          </p:cNvPr>
          <p:cNvPicPr>
            <a:picLocks noChangeAspect="1"/>
          </p:cNvPicPr>
          <p:nvPr/>
        </p:nvPicPr>
        <p:blipFill>
          <a:blip r:embed="rId5"/>
          <a:stretch>
            <a:fillRect/>
          </a:stretch>
        </p:blipFill>
        <p:spPr>
          <a:xfrm>
            <a:off x="4913210" y="3832052"/>
            <a:ext cx="1775614" cy="647756"/>
          </a:xfrm>
          <a:prstGeom prst="rect">
            <a:avLst/>
          </a:prstGeom>
        </p:spPr>
      </p:pic>
    </p:spTree>
    <p:extLst>
      <p:ext uri="{BB962C8B-B14F-4D97-AF65-F5344CB8AC3E}">
        <p14:creationId xmlns:p14="http://schemas.microsoft.com/office/powerpoint/2010/main" val="809569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5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3" name="Rectangle 52">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53">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Title 29">
            <a:extLst>
              <a:ext uri="{FF2B5EF4-FFF2-40B4-BE49-F238E27FC236}">
                <a16:creationId xmlns:a16="http://schemas.microsoft.com/office/drawing/2014/main" id="{6A93E959-E68D-08C8-9C1E-5A318B3EF272}"/>
              </a:ext>
            </a:extLst>
          </p:cNvPr>
          <p:cNvSpPr>
            <a:spLocks noGrp="1"/>
          </p:cNvSpPr>
          <p:nvPr>
            <p:ph type="title"/>
          </p:nvPr>
        </p:nvSpPr>
        <p:spPr>
          <a:xfrm>
            <a:off x="609906" y="702155"/>
            <a:ext cx="3568661" cy="1269713"/>
          </a:xfrm>
        </p:spPr>
        <p:txBody>
          <a:bodyPr vert="horz" lIns="91440" tIns="45720" rIns="91440" bIns="45720" rtlCol="0" anchor="b">
            <a:normAutofit/>
          </a:bodyPr>
          <a:lstStyle/>
          <a:p>
            <a:r>
              <a:rPr lang="en-US"/>
              <a:t>Dataset 2: ECG Image Dataset</a:t>
            </a:r>
          </a:p>
        </p:txBody>
      </p:sp>
      <p:sp>
        <p:nvSpPr>
          <p:cNvPr id="55" name="Rectangle 54">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Content Placeholder 23">
            <a:extLst>
              <a:ext uri="{FF2B5EF4-FFF2-40B4-BE49-F238E27FC236}">
                <a16:creationId xmlns:a16="http://schemas.microsoft.com/office/drawing/2014/main" id="{4C1675C6-9CE1-3D87-365F-B3DB1F59CE68}"/>
              </a:ext>
            </a:extLst>
          </p:cNvPr>
          <p:cNvSpPr>
            <a:spLocks noGrp="1"/>
          </p:cNvSpPr>
          <p:nvPr>
            <p:ph sz="half" idx="1"/>
          </p:nvPr>
        </p:nvSpPr>
        <p:spPr>
          <a:xfrm>
            <a:off x="475248" y="2121826"/>
            <a:ext cx="3879936" cy="4278974"/>
          </a:xfrm>
        </p:spPr>
        <p:txBody>
          <a:bodyPr vert="horz" lIns="91440" tIns="45720" rIns="91440" bIns="45720" rtlCol="0" anchor="ctr">
            <a:normAutofit/>
          </a:bodyPr>
          <a:lstStyle/>
          <a:p>
            <a:pPr>
              <a:lnSpc>
                <a:spcPct val="90000"/>
              </a:lnSpc>
              <a:buFont typeface="Wingdings 2" panose="05020102010507070707" pitchFamily="18" charset="2"/>
              <a:buChar char=""/>
            </a:pPr>
            <a:r>
              <a:rPr lang="en-US" sz="1300"/>
              <a:t>Classes: 2 (Normal vs. Abnormal ECG readings)</a:t>
            </a:r>
          </a:p>
          <a:p>
            <a:pPr>
              <a:lnSpc>
                <a:spcPct val="90000"/>
              </a:lnSpc>
              <a:buFont typeface="Wingdings 2" panose="05020102010507070707" pitchFamily="18" charset="2"/>
              <a:buChar char=""/>
            </a:pPr>
            <a:r>
              <a:rPr lang="en-US" sz="1300"/>
              <a:t>Features: Image data representing ECG waveforms.</a:t>
            </a:r>
          </a:p>
          <a:p>
            <a:pPr>
              <a:lnSpc>
                <a:spcPct val="90000"/>
              </a:lnSpc>
              <a:buFont typeface="Wingdings 2" panose="05020102010507070707" pitchFamily="18" charset="2"/>
              <a:buChar char=""/>
            </a:pPr>
            <a:r>
              <a:rPr lang="en-US" sz="1300"/>
              <a:t>Examples: Thousands of ECG images with labels indicating normal or abnormal heart activity.</a:t>
            </a:r>
          </a:p>
          <a:p>
            <a:pPr>
              <a:lnSpc>
                <a:spcPct val="90000"/>
              </a:lnSpc>
              <a:buFont typeface="Wingdings 2" panose="05020102010507070707" pitchFamily="18" charset="2"/>
              <a:buChar char=""/>
            </a:pPr>
            <a:r>
              <a:rPr lang="en-US" sz="1300"/>
              <a:t>Advantages: ECG readings are a primary diagnostic tool for detecting heart conditions, automatically detect abnormalities, quicker diagnoses</a:t>
            </a:r>
          </a:p>
          <a:p>
            <a:pPr>
              <a:lnSpc>
                <a:spcPct val="90000"/>
              </a:lnSpc>
              <a:buFont typeface="Wingdings 2" panose="05020102010507070707" pitchFamily="18" charset="2"/>
              <a:buChar char=""/>
            </a:pPr>
            <a:r>
              <a:rPr lang="en-US" sz="1300"/>
              <a:t>Source: ECG Image Dataset on Kaggle</a:t>
            </a:r>
          </a:p>
          <a:p>
            <a:pPr>
              <a:lnSpc>
                <a:spcPct val="90000"/>
              </a:lnSpc>
              <a:buFont typeface="Wingdings 2" panose="05020102010507070707" pitchFamily="18" charset="2"/>
              <a:buChar char=""/>
            </a:pPr>
            <a:r>
              <a:rPr lang="en-US" sz="1300"/>
              <a:t>Previous Use: This dataset has been used in image classification models, specifically convolutional neural networks (CNNs), to detect heart conditions from ECG images. Research in this area has demonstrated high accuracy rates for models trained on these types of datasets.</a:t>
            </a:r>
          </a:p>
        </p:txBody>
      </p:sp>
      <p:pic>
        <p:nvPicPr>
          <p:cNvPr id="4" name="Picture 3">
            <a:extLst>
              <a:ext uri="{FF2B5EF4-FFF2-40B4-BE49-F238E27FC236}">
                <a16:creationId xmlns:a16="http://schemas.microsoft.com/office/drawing/2014/main" id="{577E7781-F24F-0EB6-B9A3-9ED4D203E84E}"/>
              </a:ext>
            </a:extLst>
          </p:cNvPr>
          <p:cNvPicPr>
            <a:picLocks noChangeAspect="1"/>
          </p:cNvPicPr>
          <p:nvPr/>
        </p:nvPicPr>
        <p:blipFill>
          <a:blip r:embed="rId3"/>
          <a:stretch>
            <a:fillRect/>
          </a:stretch>
        </p:blipFill>
        <p:spPr>
          <a:xfrm>
            <a:off x="4654296" y="1461296"/>
            <a:ext cx="6735272" cy="3754913"/>
          </a:xfrm>
          <a:prstGeom prst="rect">
            <a:avLst/>
          </a:prstGeom>
        </p:spPr>
      </p:pic>
    </p:spTree>
    <p:extLst>
      <p:ext uri="{BB962C8B-B14F-4D97-AF65-F5344CB8AC3E}">
        <p14:creationId xmlns:p14="http://schemas.microsoft.com/office/powerpoint/2010/main" val="2464636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F85062-5E2D-F649-2B1A-0F11E5F9616F}"/>
              </a:ext>
            </a:extLst>
          </p:cNvPr>
          <p:cNvSpPr>
            <a:spLocks noGrp="1"/>
          </p:cNvSpPr>
          <p:nvPr>
            <p:ph type="title"/>
          </p:nvPr>
        </p:nvSpPr>
        <p:spPr>
          <a:xfrm>
            <a:off x="767857" y="933450"/>
            <a:ext cx="3031852" cy="2903259"/>
          </a:xfrm>
        </p:spPr>
        <p:txBody>
          <a:bodyPr>
            <a:normAutofit/>
          </a:bodyPr>
          <a:lstStyle/>
          <a:p>
            <a:r>
              <a:rPr lang="en-US" sz="3200"/>
              <a:t>Tentative</a:t>
            </a:r>
            <a:br>
              <a:rPr lang="en-US" sz="3200"/>
            </a:br>
            <a:r>
              <a:rPr lang="en-US" sz="3200"/>
              <a:t> Timeline</a:t>
            </a:r>
          </a:p>
        </p:txBody>
      </p:sp>
      <p:pic>
        <p:nvPicPr>
          <p:cNvPr id="2" name="Picture 1" descr="A white and black list with black text&#10;&#10;Description automatically generated">
            <a:extLst>
              <a:ext uri="{FF2B5EF4-FFF2-40B4-BE49-F238E27FC236}">
                <a16:creationId xmlns:a16="http://schemas.microsoft.com/office/drawing/2014/main" id="{31DC481B-A517-9C44-9597-9FB55DEE931E}"/>
              </a:ext>
            </a:extLst>
          </p:cNvPr>
          <p:cNvPicPr>
            <a:picLocks noChangeAspect="1"/>
          </p:cNvPicPr>
          <p:nvPr/>
        </p:nvPicPr>
        <p:blipFill>
          <a:blip r:embed="rId2"/>
          <a:stretch>
            <a:fillRect/>
          </a:stretch>
        </p:blipFill>
        <p:spPr>
          <a:xfrm>
            <a:off x="4373185" y="940279"/>
            <a:ext cx="7356270" cy="5466271"/>
          </a:xfrm>
          <a:prstGeom prst="rect">
            <a:avLst/>
          </a:prstGeom>
        </p:spPr>
      </p:pic>
    </p:spTree>
    <p:extLst>
      <p:ext uri="{BB962C8B-B14F-4D97-AF65-F5344CB8AC3E}">
        <p14:creationId xmlns:p14="http://schemas.microsoft.com/office/powerpoint/2010/main" val="1327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CA5B-948D-A716-BBBF-36B72F417E92}"/>
              </a:ext>
            </a:extLst>
          </p:cNvPr>
          <p:cNvSpPr>
            <a:spLocks noGrp="1"/>
          </p:cNvSpPr>
          <p:nvPr>
            <p:ph type="title"/>
          </p:nvPr>
        </p:nvSpPr>
        <p:spPr/>
        <p:txBody>
          <a:bodyPr/>
          <a:lstStyle/>
          <a:p>
            <a:r>
              <a:rPr lang="en-US"/>
              <a:t>REFERENCES</a:t>
            </a:r>
            <a:endParaRPr lang="en-AE"/>
          </a:p>
        </p:txBody>
      </p:sp>
      <p:sp>
        <p:nvSpPr>
          <p:cNvPr id="3" name="Content Placeholder 2">
            <a:extLst>
              <a:ext uri="{FF2B5EF4-FFF2-40B4-BE49-F238E27FC236}">
                <a16:creationId xmlns:a16="http://schemas.microsoft.com/office/drawing/2014/main" id="{A34B0D96-B662-1518-4FB1-EF39646523DA}"/>
              </a:ext>
            </a:extLst>
          </p:cNvPr>
          <p:cNvSpPr>
            <a:spLocks noGrp="1"/>
          </p:cNvSpPr>
          <p:nvPr>
            <p:ph sz="half" idx="1"/>
          </p:nvPr>
        </p:nvSpPr>
        <p:spPr>
          <a:xfrm>
            <a:off x="457200" y="2245360"/>
            <a:ext cx="11267440" cy="3992880"/>
          </a:xfrm>
        </p:spPr>
        <p:txBody>
          <a:bodyPr>
            <a:normAutofit fontScale="92500" lnSpcReduction="20000"/>
          </a:bodyPr>
          <a:lstStyle/>
          <a:p>
            <a:pPr marL="285750" indent="-285750">
              <a:buFont typeface="Arial" panose="020B0604020202020204" pitchFamily="34" charset="0"/>
              <a:buChar char="•"/>
            </a:pPr>
            <a:r>
              <a:rPr lang="en-IN">
                <a:latin typeface="AdvOT9b12cd41"/>
              </a:rPr>
              <a:t>Rohani C, </a:t>
            </a:r>
            <a:r>
              <a:rPr lang="en-IN" err="1">
                <a:latin typeface="AdvOT9b12cd41"/>
              </a:rPr>
              <a:t>Jafarpoor</a:t>
            </a:r>
            <a:r>
              <a:rPr lang="en-IN">
                <a:latin typeface="AdvOT9b12cd41"/>
              </a:rPr>
              <a:t> H, Mortazavi Y, </a:t>
            </a:r>
            <a:r>
              <a:rPr lang="en-IN" err="1">
                <a:latin typeface="AdvOT9b12cd41"/>
              </a:rPr>
              <a:t>Esbakian</a:t>
            </a:r>
            <a:r>
              <a:rPr lang="en-IN">
                <a:latin typeface="AdvOT9b12cd41"/>
              </a:rPr>
              <a:t> B, </a:t>
            </a:r>
            <a:r>
              <a:rPr lang="en-IN" err="1">
                <a:latin typeface="AdvOT9b12cd41"/>
              </a:rPr>
              <a:t>Gholinia</a:t>
            </a:r>
            <a:r>
              <a:rPr lang="en-IN">
                <a:latin typeface="AdvOT9b12cd41"/>
              </a:rPr>
              <a:t> H. Mortality in patients with myocardial infarction and potential risk factors: A five-year data analysis. ARYA </a:t>
            </a:r>
            <a:r>
              <a:rPr lang="en-IN" err="1">
                <a:latin typeface="AdvOT9b12cd41"/>
              </a:rPr>
              <a:t>Atheroscler</a:t>
            </a:r>
            <a:r>
              <a:rPr lang="en-IN">
                <a:latin typeface="AdvOT9b12cd41"/>
              </a:rPr>
              <a:t>. 2022 May;18(3):1-8. </a:t>
            </a:r>
            <a:r>
              <a:rPr lang="en-IN" err="1">
                <a:latin typeface="AdvOT9b12cd41"/>
              </a:rPr>
              <a:t>doi</a:t>
            </a:r>
            <a:r>
              <a:rPr lang="en-IN">
                <a:latin typeface="AdvOT9b12cd41"/>
              </a:rPr>
              <a:t>: 10.48305/arya.v18i0.2427. PMID: 36815954; PMCID: PMC9931944.</a:t>
            </a:r>
            <a:endParaRPr lang="en-US">
              <a:latin typeface="AdvOT9b12cd41"/>
            </a:endParaRPr>
          </a:p>
          <a:p>
            <a:pPr marL="285750" indent="-285750" algn="l">
              <a:buFont typeface="Arial" panose="020B0604020202020204" pitchFamily="34" charset="0"/>
              <a:buChar char="•"/>
            </a:pPr>
            <a:r>
              <a:rPr lang="en-US" sz="1800" b="0" i="0" u="none" strike="noStrike" baseline="0">
                <a:latin typeface="AdvOT9b12cd41"/>
              </a:rPr>
              <a:t>Pham H, Egorov K, Kazakov A and </a:t>
            </a:r>
            <a:r>
              <a:rPr lang="en-US" sz="1800" b="0" i="0" u="none" strike="noStrike" baseline="0" err="1">
                <a:latin typeface="AdvOT9b12cd41"/>
              </a:rPr>
              <a:t>Budennyy</a:t>
            </a:r>
            <a:r>
              <a:rPr lang="en-US" sz="1800" b="0" i="0" u="none" strike="noStrike" baseline="0">
                <a:latin typeface="AdvOT9b12cd41"/>
              </a:rPr>
              <a:t> S(2023) Machine learning-based detection </a:t>
            </a:r>
            <a:r>
              <a:rPr lang="en-US" sz="1800" b="0" i="0" u="none" strike="noStrike" baseline="0" err="1">
                <a:latin typeface="AdvOT9b12cd41"/>
              </a:rPr>
              <a:t>ofcardiovascular</a:t>
            </a:r>
            <a:r>
              <a:rPr lang="en-US" sz="1800" b="0" i="0" u="none" strike="noStrike" baseline="0">
                <a:latin typeface="AdvOT9b12cd41"/>
              </a:rPr>
              <a:t> disease using ECG signals: performance vs. complexity. Front. Cardiovasc. Med. 10:1229743. </a:t>
            </a:r>
            <a:r>
              <a:rPr lang="en-US" sz="1800" b="0" i="0" u="none" strike="noStrike" baseline="0" err="1">
                <a:latin typeface="AdvOT9b12cd41"/>
              </a:rPr>
              <a:t>doi</a:t>
            </a:r>
            <a:r>
              <a:rPr lang="en-US" sz="1800" b="0" i="0" u="none" strike="noStrike" baseline="0">
                <a:latin typeface="AdvOT9b12cd41"/>
              </a:rPr>
              <a:t>: 10.3389/fcvm.2023.1229743- </a:t>
            </a:r>
          </a:p>
          <a:p>
            <a:pPr marL="285750" indent="-285750" algn="l">
              <a:buFont typeface="Arial" panose="020B0604020202020204" pitchFamily="34" charset="0"/>
              <a:buChar char="•"/>
            </a:pPr>
            <a:r>
              <a:rPr lang="en-US" sz="1800" b="0" i="0" u="none" strike="noStrike" baseline="0">
                <a:latin typeface="AdvOT9b12cd41"/>
              </a:rPr>
              <a:t>A. </a:t>
            </a:r>
            <a:r>
              <a:rPr lang="en-US" sz="1800" b="0" i="0" u="none" strike="noStrike" baseline="0" err="1">
                <a:latin typeface="AdvOT9b12cd41"/>
              </a:rPr>
              <a:t>Velusamy</a:t>
            </a:r>
            <a:r>
              <a:rPr lang="en-US" sz="1800" b="0" i="0" u="none" strike="noStrike" baseline="0">
                <a:latin typeface="AdvOT9b12cd41"/>
              </a:rPr>
              <a:t>, J. </a:t>
            </a:r>
            <a:r>
              <a:rPr lang="en-US" sz="1800" b="0" i="0" u="none" strike="noStrike" baseline="0" err="1">
                <a:latin typeface="AdvOT9b12cd41"/>
              </a:rPr>
              <a:t>Akilandeswari</a:t>
            </a:r>
            <a:r>
              <a:rPr lang="en-US" sz="1800" b="0" i="0" u="none" strike="noStrike" baseline="0">
                <a:latin typeface="AdvOT9b12cd41"/>
              </a:rPr>
              <a:t>, S. </a:t>
            </a:r>
            <a:r>
              <a:rPr lang="en-US" sz="1800" b="0" i="0" u="none" strike="noStrike" baseline="0" err="1">
                <a:latin typeface="AdvOT9b12cd41"/>
              </a:rPr>
              <a:t>Vaanathi</a:t>
            </a:r>
            <a:r>
              <a:rPr lang="en-US" sz="1800" b="0" i="0" u="none" strike="noStrike" baseline="0">
                <a:latin typeface="AdvOT9b12cd41"/>
              </a:rPr>
              <a:t>, M. Priya, T. </a:t>
            </a:r>
            <a:r>
              <a:rPr lang="en-US" sz="1800" b="0" i="0" u="none" strike="noStrike" baseline="0" err="1">
                <a:latin typeface="AdvOT9b12cd41"/>
              </a:rPr>
              <a:t>Munirathinam</a:t>
            </a:r>
            <a:r>
              <a:rPr lang="en-US" sz="1800" b="0" i="0" u="none" strike="noStrike" baseline="0">
                <a:latin typeface="AdvOT9b12cd41"/>
              </a:rPr>
              <a:t> and S. Kokila, "Enhancing Myocardial Infarction Prediction with Machine Learning: Leveraging Clinical and Demographic Data for Improved Early Detection and Patient Outcomes," 2024 OPJU International Technology Conference (OTCON) on Smart Computing for Innovation and Advancement in Industry 4.0, </a:t>
            </a:r>
            <a:r>
              <a:rPr lang="en-US" sz="1800" b="0" i="0" u="none" strike="noStrike" baseline="0" err="1">
                <a:latin typeface="AdvOT9b12cd41"/>
              </a:rPr>
              <a:t>Raigarh</a:t>
            </a:r>
            <a:r>
              <a:rPr lang="en-US" sz="1800" b="0" i="0" u="none" strike="noStrike" baseline="0">
                <a:latin typeface="AdvOT9b12cd41"/>
              </a:rPr>
              <a:t>, India, 2024, pp. 1-6, </a:t>
            </a:r>
            <a:r>
              <a:rPr lang="en-US" sz="1800" b="0" i="0" u="none" strike="noStrike" baseline="0" err="1">
                <a:latin typeface="AdvOT9b12cd41"/>
              </a:rPr>
              <a:t>doi</a:t>
            </a:r>
            <a:r>
              <a:rPr lang="en-US" sz="1800" b="0" i="0" u="none" strike="noStrike" baseline="0">
                <a:latin typeface="AdvOT9b12cd41"/>
              </a:rPr>
              <a:t>: 10.1109/OTCON60325.2024.10687656.</a:t>
            </a:r>
          </a:p>
          <a:p>
            <a:pPr marL="285750" indent="-285750" algn="l">
              <a:buFont typeface="Arial" panose="020B0604020202020204" pitchFamily="34" charset="0"/>
              <a:buChar char="•"/>
            </a:pPr>
            <a:r>
              <a:rPr lang="en-US" sz="1800" b="0" i="0" u="none" strike="noStrike" baseline="0">
                <a:latin typeface="AdvOT9b12cd41"/>
              </a:rPr>
              <a:t>P. </a:t>
            </a:r>
            <a:r>
              <a:rPr lang="en-US" sz="1800" b="0" i="0" u="none" strike="noStrike" baseline="0" err="1">
                <a:latin typeface="AdvOT9b12cd41"/>
              </a:rPr>
              <a:t>Piros</a:t>
            </a:r>
            <a:r>
              <a:rPr lang="en-US" sz="1800" b="0" i="0" u="none" strike="noStrike" baseline="0">
                <a:latin typeface="AdvOT9b12cd41"/>
              </a:rPr>
              <a:t>, R. </a:t>
            </a:r>
            <a:r>
              <a:rPr lang="en-US" sz="1800" b="0" i="0" u="none" strike="noStrike" baseline="0" err="1">
                <a:latin typeface="AdvOT9b12cd41"/>
              </a:rPr>
              <a:t>Fleiner</a:t>
            </a:r>
            <a:r>
              <a:rPr lang="en-US" sz="1800" b="0" i="0" u="none" strike="noStrike" baseline="0">
                <a:latin typeface="AdvOT9b12cd41"/>
              </a:rPr>
              <a:t>, and L. </a:t>
            </a:r>
            <a:r>
              <a:rPr lang="en-US" sz="1800" b="0" i="0" u="none" strike="noStrike" baseline="0" err="1">
                <a:latin typeface="AdvOT9b12cd41"/>
              </a:rPr>
              <a:t>Kovács</a:t>
            </a:r>
            <a:r>
              <a:rPr lang="en-US" sz="1800" b="0" i="0" u="none" strike="noStrike" baseline="0">
                <a:latin typeface="AdvOT9b12cd41"/>
              </a:rPr>
              <a:t>, "Finding improved predictive models with Generalized Boosted Models on Hungarian Myocardial Infarction Registry," 2020 IEEE 20th International Symposium on Computational Intelligence and Informatics (CINTI), Budapest, Hungary, 2020, pp. 179-184, </a:t>
            </a:r>
            <a:r>
              <a:rPr lang="en-US" sz="1800" b="0" i="0" u="none" strike="noStrike" baseline="0" err="1">
                <a:latin typeface="AdvOT9b12cd41"/>
              </a:rPr>
              <a:t>doi</a:t>
            </a:r>
            <a:r>
              <a:rPr lang="en-US" sz="1800" b="0" i="0" u="none" strike="noStrike" baseline="0">
                <a:latin typeface="AdvOT9b12cd41"/>
              </a:rPr>
              <a:t>: 10.1109/CINTI51262.2020.9305814.</a:t>
            </a:r>
          </a:p>
          <a:p>
            <a:pPr marL="285750" indent="-285750" algn="l">
              <a:buFont typeface="Arial" panose="020B0604020202020204" pitchFamily="34" charset="0"/>
              <a:buChar char="•"/>
            </a:pPr>
            <a:r>
              <a:rPr lang="en-US" sz="1800" b="0" i="0" u="none" strike="noStrike" baseline="0">
                <a:latin typeface="AdvOT9b12cd41"/>
              </a:rPr>
              <a:t>M. A. Taha, S. A. A. A. </a:t>
            </a:r>
            <a:r>
              <a:rPr lang="en-US" sz="1800" b="0" i="0" u="none" strike="noStrike" baseline="0" err="1">
                <a:latin typeface="AdvOT9b12cd41"/>
              </a:rPr>
              <a:t>Alsaidi</a:t>
            </a:r>
            <a:r>
              <a:rPr lang="en-US" sz="1800" b="0" i="0" u="none" strike="noStrike" baseline="0">
                <a:latin typeface="AdvOT9b12cd41"/>
              </a:rPr>
              <a:t> and R. A. Hussein, "Machine Learning Techniques for Predicting Heart Diseases," 2022 International Symposium on </a:t>
            </a:r>
            <a:r>
              <a:rPr lang="en-US" sz="1800" b="0" i="0" u="none" strike="noStrike" baseline="0" err="1">
                <a:latin typeface="AdvOT9b12cd41"/>
              </a:rPr>
              <a:t>iNnovative</a:t>
            </a:r>
            <a:r>
              <a:rPr lang="en-US" sz="1800" b="0" i="0" u="none" strike="noStrike" baseline="0">
                <a:latin typeface="AdvOT9b12cd41"/>
              </a:rPr>
              <a:t> Informatics of </a:t>
            </a:r>
            <a:r>
              <a:rPr lang="en-US" sz="1800" b="0" i="0" u="none" strike="noStrike" baseline="0" err="1">
                <a:latin typeface="AdvOT9b12cd41"/>
              </a:rPr>
              <a:t>Biskra</a:t>
            </a:r>
            <a:r>
              <a:rPr lang="en-US" sz="1800" b="0" i="0" u="none" strike="noStrike" baseline="0">
                <a:latin typeface="AdvOT9b12cd41"/>
              </a:rPr>
              <a:t> (ISNIB), </a:t>
            </a:r>
            <a:r>
              <a:rPr lang="en-US" sz="1800" b="0" i="0" u="none" strike="noStrike" baseline="0" err="1">
                <a:latin typeface="AdvOT9b12cd41"/>
              </a:rPr>
              <a:t>Biskra</a:t>
            </a:r>
            <a:r>
              <a:rPr lang="en-US" sz="1800" b="0" i="0" u="none" strike="noStrike" baseline="0">
                <a:latin typeface="AdvOT9b12cd41"/>
              </a:rPr>
              <a:t>, Algeria, 2022, pp. 1-6, </a:t>
            </a:r>
            <a:r>
              <a:rPr lang="en-US" sz="1800" b="0" i="0" u="none" strike="noStrike" baseline="0" err="1">
                <a:latin typeface="AdvOT9b12cd41"/>
              </a:rPr>
              <a:t>doi</a:t>
            </a:r>
            <a:r>
              <a:rPr lang="en-US" sz="1800" b="0" i="0" u="none" strike="noStrike" baseline="0">
                <a:latin typeface="AdvOT9b12cd41"/>
              </a:rPr>
              <a:t>: 10.1109/ISNIB57382.2022.10076238.</a:t>
            </a:r>
            <a:endParaRPr lang="en-GB"/>
          </a:p>
          <a:p>
            <a:pPr algn="l"/>
            <a:endParaRPr lang="en-GB"/>
          </a:p>
          <a:p>
            <a:pPr algn="l"/>
            <a:endParaRPr lang="en-GB"/>
          </a:p>
          <a:p>
            <a:endParaRPr lang="en-AE"/>
          </a:p>
        </p:txBody>
      </p:sp>
    </p:spTree>
    <p:extLst>
      <p:ext uri="{BB962C8B-B14F-4D97-AF65-F5344CB8AC3E}">
        <p14:creationId xmlns:p14="http://schemas.microsoft.com/office/powerpoint/2010/main" val="336578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903843E-1FAB-AFBB-BDC9-440FCC8CFB12}"/>
              </a:ext>
            </a:extLst>
          </p:cNvPr>
          <p:cNvSpPr>
            <a:spLocks noGrp="1"/>
          </p:cNvSpPr>
          <p:nvPr>
            <p:ph type="ctrTitle"/>
          </p:nvPr>
        </p:nvSpPr>
        <p:spPr>
          <a:noFill/>
        </p:spPr>
        <p:txBody>
          <a:bodyPr/>
          <a:lstStyle/>
          <a:p>
            <a:r>
              <a:rPr lang="en-US"/>
              <a:t>Any Questions?</a:t>
            </a:r>
          </a:p>
        </p:txBody>
      </p:sp>
    </p:spTree>
    <p:extLst>
      <p:ext uri="{BB962C8B-B14F-4D97-AF65-F5344CB8AC3E}">
        <p14:creationId xmlns:p14="http://schemas.microsoft.com/office/powerpoint/2010/main" val="435195399"/>
      </p:ext>
    </p:extLst>
  </p:cSld>
  <p:clrMapOvr>
    <a:masterClrMapping/>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CD819B5A6D5843AC26BB3A76765A71" ma:contentTypeVersion="4" ma:contentTypeDescription="Create a new document." ma:contentTypeScope="" ma:versionID="f233eba792d14250a8c99035de28e015">
  <xsd:schema xmlns:xsd="http://www.w3.org/2001/XMLSchema" xmlns:xs="http://www.w3.org/2001/XMLSchema" xmlns:p="http://schemas.microsoft.com/office/2006/metadata/properties" xmlns:ns2="80b11976-804c-45e2-8f20-a88c25f78746" targetNamespace="http://schemas.microsoft.com/office/2006/metadata/properties" ma:root="true" ma:fieldsID="de238c28addb5bd243d0bb3c09affe93" ns2:_="">
    <xsd:import namespace="80b11976-804c-45e2-8f20-a88c25f7874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b11976-804c-45e2-8f20-a88c25f787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232906-AE6D-4CFB-AF6C-09629C05F008}">
  <ds:schemaRefs>
    <ds:schemaRef ds:uri="80b11976-804c-45e2-8f20-a88c25f787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A00B2AC-C335-4100-B8B3-2D9F49A72906}">
  <ds:schemaRefs>
    <ds:schemaRef ds:uri="80b11976-804c-45e2-8f20-a88c25f7874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9D1F84C-D1FD-4B1B-9CFD-8E0D96AC4DF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{940C23A4-2E0E-4946-B24B-179AE82596D5}tf45205285_win32</Template>
  <Application>Microsoft Office PowerPoint</Application>
  <PresentationFormat>Widescreen</PresentationFormat>
  <Slides>11</Slides>
  <Notes>7</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DividendVTI</vt:lpstr>
      <vt:lpstr>Predicting Myocardial Infarction: A Comparative Analysis of Regression Models on Clinical Data and Image-Based Classification of ECG Patterns</vt:lpstr>
      <vt:lpstr>MYOCARDIAL INFARCTION: A Global LIFE THREAT</vt:lpstr>
      <vt:lpstr>Previous work</vt:lpstr>
      <vt:lpstr>Dataset 1: Heart Disease (Statlog Cleveland and Hungary)</vt:lpstr>
      <vt:lpstr>Dataset 1: Heart Disease (Statlog Cleveland and Hungary)</vt:lpstr>
      <vt:lpstr>Dataset 1: Visualization</vt:lpstr>
      <vt:lpstr>Dataset 1: Pre-processing</vt:lpstr>
      <vt:lpstr>Dataset 2: ECG Image Dataset</vt:lpstr>
      <vt:lpstr>Tentative  Timeline</vt:lpstr>
      <vt:lpstr>REFERENCES</vt:lpstr>
      <vt:lpstr>Any Questions?</vt:lpstr>
    </vt:vector>
  </TitlesOfParts>
  <Company>Emerson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Harshitha</dc:creator>
  <cp:revision>1</cp:revision>
  <dcterms:created xsi:type="dcterms:W3CDTF">2024-10-02T06:32:02Z</dcterms:created>
  <dcterms:modified xsi:type="dcterms:W3CDTF">2024-10-10T17:31:28Z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0x010100B8CD819B5A6D5843AC26BB3A76765A71</vt:lpwstr>
  </property>
  <property fmtid="{D5CDD505-2E9C-101B-9397-08002B2CF9AE}" pid="3" name="MSIP_Label_d38901aa-f724-46bf-bb4f-aef09392934b_Enabled">
    <vt:lpwstr>true</vt:lpwstr>
  </property>
  <property fmtid="{D5CDD505-2E9C-101B-9397-08002B2CF9AE}" pid="4" name="MSIP_Label_d38901aa-f724-46bf-bb4f-aef09392934b_SetDate">
    <vt:lpwstr>2024-10-02T07:11:04Z</vt:lpwstr>
  </property>
  <property fmtid="{D5CDD505-2E9C-101B-9397-08002B2CF9AE}" pid="5" name="MSIP_Label_d38901aa-f724-46bf-bb4f-aef09392934b_Method">
    <vt:lpwstr>Standard</vt:lpwstr>
  </property>
  <property fmtid="{D5CDD505-2E9C-101B-9397-08002B2CF9AE}" pid="6" name="MSIP_Label_d38901aa-f724-46bf-bb4f-aef09392934b_Name">
    <vt:lpwstr>Internal - No Label</vt:lpwstr>
  </property>
  <property fmtid="{D5CDD505-2E9C-101B-9397-08002B2CF9AE}" pid="7" name="MSIP_Label_d38901aa-f724-46bf-bb4f-aef09392934b_SiteId">
    <vt:lpwstr>eb06985d-06ca-4a17-81da-629ab99f6505</vt:lpwstr>
  </property>
  <property fmtid="{D5CDD505-2E9C-101B-9397-08002B2CF9AE}" pid="8" name="MSIP_Label_d38901aa-f724-46bf-bb4f-aef09392934b_ActionId">
    <vt:lpwstr>cb5a4136-f03d-40cd-a218-2142638c25df</vt:lpwstr>
  </property>
  <property fmtid="{D5CDD505-2E9C-101B-9397-08002B2CF9AE}" pid="9" name="MSIP_Label_d38901aa-f724-46bf-bb4f-aef09392934b_ContentBits">
    <vt:lpwstr>0</vt:lpwstr>
  </property>
</Properties>
</file>